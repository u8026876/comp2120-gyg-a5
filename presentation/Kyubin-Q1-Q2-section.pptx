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Masters/slideMaster9.xml" ContentType="application/vnd.openxmlformats-officedocument.presentationml.slideMaster+xml"/>
  <Override PartName="/ppt/slideMasters/theme/theme10.xml" ContentType="application/vnd.openxmlformats-officedocument.theme+xml"/>
  <Override PartName="/ppt/slideMasters/slideMaster10.xml" ContentType="application/vnd.openxmlformats-officedocument.presentationml.slideMaster+xml"/>
  <Override PartName="/ppt/slideMasters/theme/theme11.xml" ContentType="application/vnd.openxmlformats-officedocument.theme+xml"/>
  <Override PartName="/ppt/slideMasters/slideMaster11.xml" ContentType="application/vnd.openxmlformats-officedocument.presentationml.slideMaster+xml"/>
  <Override PartName="/ppt/slideMasters/theme/theme12.xml" ContentType="application/vnd.openxmlformats-officedocument.theme+xml"/>
  <Override PartName="/ppt/slideMasters/slideMaster12.xml" ContentType="application/vnd.openxmlformats-officedocument.presentationml.slideMaster+xml"/>
  <Override PartName="/ppt/slideMasters/theme/theme13.xml" ContentType="application/vnd.openxmlformats-officedocument.theme+xml"/>
  <Override PartName="/ppt/slideMasters/slideMaster13.xml" ContentType="application/vnd.openxmlformats-officedocument.presentationml.slideMaster+xml"/>
  <Override PartName="/ppt/slideMasters/theme/theme14.xml" ContentType="application/vnd.openxmlformats-officedocument.theme+xml"/>
  <Override PartName="/ppt/slideMasters/slideMaster14.xml" ContentType="application/vnd.openxmlformats-officedocument.presentationml.slideMaster+xml"/>
  <Override PartName="/ppt/slideMasters/theme/theme15.xml" ContentType="application/vnd.openxmlformats-officedocument.theme+xml"/>
  <Override PartName="/ppt/slideMasters/slideMaster15.xml" ContentType="application/vnd.openxmlformats-officedocument.presentationml.slideMaster+xml"/>
  <Override PartName="/ppt/slideMasters/theme/theme1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notesMasters/notesMaster1.xml" ContentType="application/vnd.openxmlformats-officedocument.presentationml.notesMaster+xml"/>
  <Override PartName="/ppt/notesMasters/theme/theme17.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2901d2f9a24d34" /><Relationship Type="http://schemas.openxmlformats.org/officeDocument/2006/relationships/extended-properties" Target="/docProps/app.xml" Id="R82de51cd5135410e" /><Relationship Type="http://schemas.openxmlformats.org/officeDocument/2006/relationships/officeDocument" Target="/ppt/presentation.xml" Id="Rc787f54841e3451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1ebf7c6ca3d4fcf"/>
    <p:sldMasterId xmlns:r="http://schemas.openxmlformats.org/officeDocument/2006/relationships" id="2147483650" r:id="R341b2e997b284a68"/>
    <p:sldMasterId xmlns:r="http://schemas.openxmlformats.org/officeDocument/2006/relationships" id="2147483655" r:id="R645eba49117d442c"/>
    <p:sldMasterId xmlns:r="http://schemas.openxmlformats.org/officeDocument/2006/relationships" id="2147483657" r:id="Rbcf1d09230eb4e5f"/>
    <p:sldMasterId xmlns:r="http://schemas.openxmlformats.org/officeDocument/2006/relationships" id="2147483662" r:id="R6173561dff1f4ef2"/>
    <p:sldMasterId xmlns:r="http://schemas.openxmlformats.org/officeDocument/2006/relationships" id="2147483664" r:id="R9d365e9ab0dd4b23"/>
    <p:sldMasterId xmlns:r="http://schemas.openxmlformats.org/officeDocument/2006/relationships" id="2147483669" r:id="Rb92d06d5111c4445"/>
    <p:sldMasterId xmlns:r="http://schemas.openxmlformats.org/officeDocument/2006/relationships" id="2147483671" r:id="R385d3569b1294cad"/>
    <p:sldMasterId xmlns:r="http://schemas.openxmlformats.org/officeDocument/2006/relationships" id="2147483676" r:id="R0a8a85407e5540a6"/>
    <p:sldMasterId xmlns:r="http://schemas.openxmlformats.org/officeDocument/2006/relationships" id="2147483678" r:id="Rc96b847cca994491"/>
    <p:sldMasterId xmlns:r="http://schemas.openxmlformats.org/officeDocument/2006/relationships" id="2147483683" r:id="Rd1f3f69e457646c3"/>
    <p:sldMasterId xmlns:r="http://schemas.openxmlformats.org/officeDocument/2006/relationships" id="2147483685" r:id="Rf27cd8576b044ffe"/>
    <p:sldMasterId xmlns:r="http://schemas.openxmlformats.org/officeDocument/2006/relationships" id="2147483690" r:id="R4b3c787a3efb4190"/>
    <p:sldMasterId xmlns:r="http://schemas.openxmlformats.org/officeDocument/2006/relationships" id="2147483719" r:id="R31e06d0fd11242b4"/>
    <p:sldMasterId xmlns:r="http://schemas.openxmlformats.org/officeDocument/2006/relationships" id="2147483721" r:id="Rba9ba42d431c4582"/>
  </p:sldMasterIdLst>
  <p:notesMasterIdLst>
    <p:notesMasterId xmlns:r="http://schemas.openxmlformats.org/officeDocument/2006/relationships" r:id="R639511306a6b4e27"/>
  </p:notesMasterIdLst>
  <p:sldIdLst>
    <p:sldId xmlns:r="http://schemas.openxmlformats.org/officeDocument/2006/relationships" id="256" r:id="Rf91c0f33a96f48e0"/>
    <p:sldId xmlns:r="http://schemas.openxmlformats.org/officeDocument/2006/relationships" id="257" r:id="R214aeec3693941b1"/>
  </p:sldIdLst>
  <p:sldSz cx="12192000" cy="6858000"/>
  <p:notesSz cx="6858000" cy="9144000"/>
  <p:embeddedFontLst>
    <p:embeddedFont>
      <p:font typeface="Manrope"/>
      <p:regular xmlns:r="http://schemas.openxmlformats.org/officeDocument/2006/relationships" r:id="R72744856e2f74b0e"/>
      <p:bold xmlns:r="http://schemas.openxmlformats.org/officeDocument/2006/relationships" r:id="R2853256af5ab4357"/>
    </p:embeddedFont>
    <p:embeddedFont>
      <p:font typeface="Roboto Mono"/>
      <p:regular xmlns:r="http://schemas.openxmlformats.org/officeDocument/2006/relationships" r:id="R2f7331774a094dca"/>
      <p:bold xmlns:r="http://schemas.openxmlformats.org/officeDocument/2006/relationships" r:id="Ra3a328e2af2c44bd"/>
      <p:italic xmlns:r="http://schemas.openxmlformats.org/officeDocument/2006/relationships" r:id="Ra886c67e5d094fa2"/>
      <p:boldItalic xmlns:r="http://schemas.openxmlformats.org/officeDocument/2006/relationships" r:id="R79b0350a0bdf435d"/>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15685cff934752" /><Relationship Type="http://schemas.openxmlformats.org/officeDocument/2006/relationships/slideMaster" Target="/ppt/slideMasters/slideMaster1.xml" Id="Rc1ebf7c6ca3d4fcf" /><Relationship Type="http://schemas.openxmlformats.org/officeDocument/2006/relationships/slideMaster" Target="/ppt/slideMasters/slideMaster2.xml" Id="R341b2e997b284a68" /><Relationship Type="http://schemas.openxmlformats.org/officeDocument/2006/relationships/slideMaster" Target="/ppt/slideMasters/slideMaster3.xml" Id="R645eba49117d442c" /><Relationship Type="http://schemas.openxmlformats.org/officeDocument/2006/relationships/slideMaster" Target="/ppt/slideMasters/slideMaster4.xml" Id="Rbcf1d09230eb4e5f" /><Relationship Type="http://schemas.openxmlformats.org/officeDocument/2006/relationships/slideMaster" Target="/ppt/slideMasters/slideMaster5.xml" Id="R6173561dff1f4ef2" /><Relationship Type="http://schemas.openxmlformats.org/officeDocument/2006/relationships/slideMaster" Target="/ppt/slideMasters/slideMaster6.xml" Id="R9d365e9ab0dd4b23" /><Relationship Type="http://schemas.openxmlformats.org/officeDocument/2006/relationships/slideMaster" Target="/ppt/slideMasters/slideMaster7.xml" Id="Rb92d06d5111c4445" /><Relationship Type="http://schemas.openxmlformats.org/officeDocument/2006/relationships/slideMaster" Target="/ppt/slideMasters/slideMaster8.xml" Id="R385d3569b1294cad" /><Relationship Type="http://schemas.openxmlformats.org/officeDocument/2006/relationships/slideMaster" Target="/ppt/slideMasters/slideMaster9.xml" Id="R0a8a85407e5540a6" /><Relationship Type="http://schemas.openxmlformats.org/officeDocument/2006/relationships/slideMaster" Target="/ppt/slideMasters/slideMaster10.xml" Id="Rc96b847cca994491" /><Relationship Type="http://schemas.openxmlformats.org/officeDocument/2006/relationships/slideMaster" Target="/ppt/slideMasters/slideMaster11.xml" Id="Rd1f3f69e457646c3" /><Relationship Type="http://schemas.openxmlformats.org/officeDocument/2006/relationships/slideMaster" Target="/ppt/slideMasters/slideMaster12.xml" Id="Rf27cd8576b044ffe" /><Relationship Type="http://schemas.openxmlformats.org/officeDocument/2006/relationships/slideMaster" Target="/ppt/slideMasters/slideMaster13.xml" Id="R4b3c787a3efb4190" /><Relationship Type="http://schemas.openxmlformats.org/officeDocument/2006/relationships/slideMaster" Target="/ppt/slideMasters/slideMaster14.xml" Id="R31e06d0fd11242b4" /><Relationship Type="http://schemas.openxmlformats.org/officeDocument/2006/relationships/slideMaster" Target="/ppt/slideMasters/slideMaster15.xml" Id="Rba9ba42d431c4582" /><Relationship Type="http://schemas.openxmlformats.org/officeDocument/2006/relationships/notesMaster" Target="/ppt/notesMasters/notesMaster1.xml" Id="R639511306a6b4e27" /><Relationship Type="http://schemas.openxmlformats.org/officeDocument/2006/relationships/presProps" Target="/ppt/presProps.xml" Id="R73dbc64105cb43bc" /><Relationship Type="http://schemas.openxmlformats.org/officeDocument/2006/relationships/tableStyles" Target="/ppt/tableStyles.xml" Id="Rf5c5c6f3c85045f2" /><Relationship Type="http://schemas.openxmlformats.org/officeDocument/2006/relationships/font" Target="/ppt/fonts/font.dat" Id="R72744856e2f74b0e" /><Relationship Type="http://schemas.openxmlformats.org/officeDocument/2006/relationships/font" Target="/ppt/fonts/font2.dat" Id="R2853256af5ab4357" /><Relationship Type="http://schemas.openxmlformats.org/officeDocument/2006/relationships/font" Target="/ppt/fonts/font3.dat" Id="R2f7331774a094dca" /><Relationship Type="http://schemas.openxmlformats.org/officeDocument/2006/relationships/font" Target="/ppt/fonts/font4.dat" Id="Ra3a328e2af2c44bd" /><Relationship Type="http://schemas.openxmlformats.org/officeDocument/2006/relationships/font" Target="/ppt/fonts/font5.dat" Id="Ra886c67e5d094fa2" /><Relationship Type="http://schemas.openxmlformats.org/officeDocument/2006/relationships/font" Target="/ppt/fonts/font6.dat" Id="R79b0350a0bdf435d" /><Relationship Type="http://schemas.openxmlformats.org/officeDocument/2006/relationships/slide" Target="/ppt/slides/slide1.xml" Id="Rf91c0f33a96f48e0" /><Relationship Type="http://schemas.openxmlformats.org/officeDocument/2006/relationships/slide" Target="/ppt/slides/slide2.xml" Id="R214aeec3693941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7.xml" Id="Ra85e70df36fa4c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f854e6f7584123" /><Relationship Type="http://schemas.openxmlformats.org/officeDocument/2006/relationships/notesMaster" Target="/ppt/notesMasters/notesMaster1.xml" Id="R6066366faba34b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3bfe01b2384d46" /><Relationship Type="http://schemas.openxmlformats.org/officeDocument/2006/relationships/notesMaster" Target="/ppt/notesMasters/notesMaster1.xml" Id="Rff0f2f6fadda45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(@u8026876). Question 1: Why Apache Tika?</a:t>
            </a:r>
            <a:endParaRPr/>
          </a:p>
          <a:p xmlns:a="http://schemas.openxmlformats.org/drawingml/2006/main">
            <a:pPr marL="0" lvl="0" indent="0" algn="l">
              <a:spcBef>
                <a:spcPts val="0"/>
              </a:spcBef>
              <a:spcAft>
                <a:spcPts val="0"/>
              </a:spcAft>
              <a:buNone/>
            </a:pPr>
            <a:r>
              <a:t>Suggested duration: 50-55 seconds. Natural speaking script: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started by looking through the recommended repositories. Some of the issues we were interested in already had contributors or proposed fixes, so we broadened our search.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Tika stood out because it's written in Java, which we were already familiar with from the course. Its basic purpose was also easy to understand: identifying file types and extracting text and metadata from documents.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repository was still active, and we found focused issues that looked manageable for our group. So it gave us a practical starting point where we could understand a specific problem, make a change, and test whether it worked.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attribution:</a:t>
            </a:r>
            <a:endParaRPr/>
          </a:p>
          <a:p xmlns:a="http://schemas.openxmlformats.org/drawingml/2006/main">
            <a:pPr marL="0" lvl="0" indent="0" algn="l">
              <a:spcBef>
                <a:spcPts val="0"/>
              </a:spcBef>
              <a:spcAft>
                <a:spcPts val="0"/>
              </a:spcAft>
              <a:buNone/>
            </a:pPr>
            <a:r>
              <a:t>Project purpose: https://tika.apache.org/ . Contributor guidance: https://github.com/apache/tika/blob/main/CONTRIBUTING.md . Historical issue screening on 10 October 2026 included https://github.com/javaparser/javaparser/issues/5078 https://github.com/javaparser/javaparser/issues/5056 https://github.com/mockito/mockito/pull/3821 . The recommendation-list explanation describes the issues inspected at selection time, rather than all issues in those repositories.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 assistance: Codex helped retrieve the selection history, refine these two slides and the suggested scripts, and prepare the editable section. The slides follow the shared GYG presentation template. Prepared for Kyubin Park, 25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(@u8026876). Question 2: Why these issues?</a:t>
            </a:r>
            <a:endParaRPr/>
          </a:p>
          <a:p xmlns:a="http://schemas.openxmlformats.org/drawingml/2006/main">
            <a:pPr marL="0" lvl="0" indent="0" algn="l">
              <a:spcBef>
                <a:spcPts val="0"/>
              </a:spcBef>
              <a:spcAft>
                <a:spcPts val="0"/>
              </a:spcAft>
              <a:buNone/>
            </a:pPr>
            <a:r>
              <a:t>Suggested duration: 65-75 seconds. Natural speaking script: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the issues themselves, we wanted clear problems with a manageable scope and results we could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CSV issue was a good example. A hash in the filename could change the file type Tika reported, so we had a simple way to reproduce the problem and check a fix.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Python issue also had small examples we could test. Certain Python scripts were being identified as Shell scripts, and we could check the fix alongside normal Python and Shell cases.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Word documents, the line and paragraph counts were already stored in the file, but Tika wasn't returning them. That meant we could use existing APIs and test the expected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We also tracked CDiff detection as an investigation because it had a distinct file signature and sample files.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gave us focused tasks with enough substance to share the implementation, testing and peer review across the group.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attribution:</a:t>
            </a:r>
            <a:endParaRPr/>
          </a:p>
          <a:p xmlns:a="http://schemas.openxmlformats.org/drawingml/2006/main">
            <a:pPr marL="0" lvl="0" indent="0" algn="l">
              <a:spcBef>
                <a:spcPts val="0"/>
              </a:spcBef>
              <a:spcAft>
                <a:spcPts val="0"/>
              </a:spcAft>
              <a:buNone/>
            </a:pPr>
            <a:r>
              <a:t>Group issue sources: https://github.com/u8026876/comp2120-gyg-a5/issues/1 https://github.com/u8026876/comp2120-gyg-a5/issues/2 https://github.com/u8026876/comp2120-gyg-a5/issues/5 https://github.com/u8026876/comp2120-gyg-a5/issues/3 . Owners: Kyubin (TIKA-4431), Jiajun (TIKA-4408), Vivek (TIKA-4694), Terry (TIKA-4083 investigation). CDiff is an investigation, not one of the three implemented fixes. This slide explains suitability rather than claiming other members' personal motivations or a new test run.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 assistance: Codex helped retrieve the selection history, refine these two slides and the suggested scripts, and prepare the editable section. The slides follow the shared GYG presentation template. Prepared for Kyubin Park, 25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7ef0e54be743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345690d9ceb44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caddd534e3f447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d26254613c2e49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bc3236d9bc634e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4341bf1f216542e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1d8def4a7d36451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4.xml" Id="R00ff7587fb0d4e3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4.xml" Id="R88afc9d436c740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7bf5a88fb61046d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5.xml" Id="Rbc3b4ff19b024c0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6.xml" Id="R408f77251ebf485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6.xml" Id="R2091839f6e364b0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6.xml" Id="R1606ac4cb717494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6.xml" Id="R0d8bb25cffbb475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7.xml" Id="R5310ec0addd440cf"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8.xml" Id="Rbd6157a54f6f4f9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8.xml" Id="R3e984c2d8ce74e8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8.xml" Id="R0f135482b61b4743"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8.xml" Id="R40433b5bfe9a4c60"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9.xml" Id="Rb2921a45ebe24186"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0.xml" Id="R97980cba4f6a4d05"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0.xml" Id="Rc755dbfb35004958"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0.xml" Id="R3ed20e5860f04a4c"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0.xml" Id="R781d61cf251f480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1.xml" Id="Rdb22efd83cb644fc"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2.xml" Id="R49d9e5e83b26460e"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2.xml" Id="R5e06fc8aeba14f23"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2.xml" Id="R6a6e0852bc6e40cb"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2.xml" Id="R9bb22a11bffd4f9b"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3.xml" Id="R4b438f9b3c544dcd" /><Relationship Type="http://schemas.openxmlformats.org/officeDocument/2006/relationships/image" Target="/ppt/media/image.jpeg" Id="Rdfef8e1869aa401e"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3.xml" Id="R688331ccf6b945a3"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3.xml" Id="R978baefc7b574913" /><Relationship Type="http://schemas.openxmlformats.org/officeDocument/2006/relationships/image" Target="/ppt/media/image2.jpeg" Id="R52f12823ab2a4d73"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3.xml" Id="R278c27bc610a4631"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3.xml" Id="Rfcb4334fb4d74a39"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3.xml" Id="R9a01eac1210e4fb7"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3.xml" Id="R2685939e7d644ad6" /><Relationship Type="http://schemas.openxmlformats.org/officeDocument/2006/relationships/image" Target="/ppt/media/image3.jpeg" Id="Rd5949dbdc20643c4"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3.xml" Id="R6caf267000d84fbb"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3.xml" Id="R166ee8d76fd240f6"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3.xml" Id="Rdec1ee09724e4421" /><Relationship Type="http://schemas.openxmlformats.org/officeDocument/2006/relationships/image" Target="/ppt/media/image4.jpeg" Id="Rb5ac9406491d4ca6"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3.xml" Id="R337ab8d954bd4f3f" /><Relationship Type="http://schemas.openxmlformats.org/officeDocument/2006/relationships/image" Target="/ppt/media/image5.jpeg" Id="Raa99aa41a4a047cb"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3.xml" Id="R6faf22140bc44ef2" /><Relationship Type="http://schemas.openxmlformats.org/officeDocument/2006/relationships/image" Target="/ppt/media/image5.jpeg" Id="R99d8993df5014bff"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3.xml" Id="Rf64aa096303d490b" /><Relationship Type="http://schemas.openxmlformats.org/officeDocument/2006/relationships/image" Target="/ppt/media/image5.jpeg" Id="R46e60b08d9ad48fb"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3.xml" Id="Rbe7eae509a5d49a0" /><Relationship Type="http://schemas.openxmlformats.org/officeDocument/2006/relationships/image" Target="/ppt/media/image6.jpeg" Id="R53bc93890bdf46c0"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3.xml" Id="R70eaaf5b250549a1" /><Relationship Type="http://schemas.openxmlformats.org/officeDocument/2006/relationships/image" Target="/ppt/media/image6.jpeg" Id="Rfd7de64516384124"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3.xml" Id="Reb91b0d3d73548df" /><Relationship Type="http://schemas.openxmlformats.org/officeDocument/2006/relationships/image" Target="/ppt/media/image7.jpeg" Id="Rd54527dad73d4b39"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3.xml" Id="R88ffdf5ab83d4753" /><Relationship Type="http://schemas.openxmlformats.org/officeDocument/2006/relationships/image" Target="/ppt/media/image8.jpeg" Id="Rd96ff036cb154072"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3.xml" Id="Rbf32b9f9e3af44fa" /><Relationship Type="http://schemas.openxmlformats.org/officeDocument/2006/relationships/image" Target="/ppt/media/image3.jpeg" Id="Rac5854e648934820"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3.xml" Id="Re83a9db53f084afd"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3.xml" Id="Refbcbd02835745dd"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3.xml" Id="R5aef48e511ad4de2"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3.xml" Id="R6c8b76e195404ddd"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3.xml" Id="Raa5546eafa9944e6"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3.xml" Id="R7f6dd0815a1b4540"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3.xml" Id="R05e5a75362a1431c"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3.xml" Id="R9a76ffab5acc49ba"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3.xml" Id="Ra3d24d3118b54252"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3.xml" Id="R1c71544c075c4f48"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4.xml" Id="R90c2da73b6864413"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5.xml" Id="R41ad3f13ed844579"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5.xml" Id="Rfea682aa5ae8473c"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5.xml" Id="R039fb7be8c564a22"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5.xml" Id="R445b7b39355942cb"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76B55616-6F24-40DF-9D48-6FC5783011A5}"/>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E2B988E9-CEAA-4F3A-BCE3-ADB9F65EE62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7957E249-33C1-4596-8520-A1D205D218B1}"/>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C3C4270D-DE5A-487F-ABAB-A0BE034CB1A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30819C11-0330-45DA-ABCA-4E11DDA6917E}"/>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29D46580-4276-4032-8E86-40C5953CCCCA}"/>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C4A2C643-7BFF-4B2C-AACE-E3BC11B7D50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05E73D13-8948-40CB-B433-31B6B582BAA4}"/>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7996EB64-738C-4607-AA85-70869540FFC7}"/>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50914F60-18EE-41A6-B62E-4CEB84A1621C}"/>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E44E8FB4-C98F-43F2-9E8D-BABEB359F90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0F6CC714-AAEF-4801-9F7B-84D1B69E23F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1992E541-0D25-4936-A0B1-A43AFC1DD9BF}"/>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37B1126E-E58C-4EF4-9BDB-88E28D6243A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9EAF2F38-64AB-45B9-997D-780B9A4E1770}"/>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55CBB7EB-7659-444F-BC52-0CEF45AD143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5697712A-8218-4063-BF58-86ACB9E40FC8}"/>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59F09153-414A-4503-ADC2-18697F5935D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A6BDEF8E-C064-4C28-8B1A-25663DB179C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FCA70644-D7D5-482D-8B95-9F519EA862F6}"/>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BF0E52CF-15AE-4F3D-AF79-48AE4BCA3E23}"/>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3434EC93-637F-4C9E-AF86-5D72F81578C5}"/>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8471C678-2670-406A-9D52-DA13499A09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F74C6FF-BC5C-4755-9418-E134F02A7E3C}"/>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1.xml><?xml version="1.0" encoding="utf-8"?>
<p:sldLayout xmlns:p="http://schemas.openxmlformats.org/presentationml/2006/main" showMasterSp="0" preserve="1">
  <p:cSld name="Title with Picture">
    <p:spTree>
      <p:nvGrpSpPr>
        <p:cNvPr id="1" name=""/>
        <p:cNvGrpSpPr/>
        <p:nvPr/>
      </p:nvGrpSpPr>
      <p:grpSpPr>
        <a:xfrm xmlns:a="http://schemas.openxmlformats.org/drawingml/2006/main"/>
      </p:grpSpPr>
      <p:sp>
        <p:nvSpPr>
          <p:cNvPr id="7" name="Title 4">
            <a:extLst xmlns:a="http://schemas.openxmlformats.org/drawingml/2006/main">
              <a:ext uri="{FF2B5EF4-FFF2-40B4-BE49-F238E27FC236}">
                <a16:creationId xmlns:a16="http://schemas.microsoft.com/office/drawing/2014/main" id="{5DEC014E-32E8-BC91-190E-85B3C74C9203}"/>
              </a:ext>
            </a:extLst>
          </p:cNvPr>
          <p:cNvSpPr>
            <a:spLocks xmlns:a="http://schemas.openxmlformats.org/drawingml/2006/main" noGrp="1"/>
          </p:cNvSpPr>
          <p:nvPr>
            <p:ph type="title" idx="0"/>
          </p:nvPr>
        </p:nvSpPr>
        <p:spPr>
          <a:xfrm xmlns:a="http://schemas.openxmlformats.org/drawingml/2006/main">
            <a:off x="6857998" y="964075"/>
            <a:ext cx="4654297" cy="3739896"/>
          </a:xfrm>
        </p:spPr>
        <p:txBody>
          <a:bodyPr xmlns:a="http://schemas.openxmlformats.org/drawingml/2006/main"/>
          <a:lstStyle xmlns:a="http://schemas.openxmlformats.org/drawingml/2006/main"/>
          <a:p xmlns:a="http://schemas.openxmlformats.org/drawingml/2006/main">
            <a:r>
              <a:t>Click to edit Master title style</a:t>
            </a: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858000" y="4822842"/>
            <a:ext cx="4206240" cy="1380744"/>
          </a:xfrm>
        </p:spPr>
        <p:txBody>
          <a:bodyPr xmlns:a="http://schemas.openxmlformats.org/drawingml/2006/main" anchor="t">
            <a:normAutofit/>
          </a:bodyPr>
          <a:lstStyle xmlns:a="http://schemas.openxmlformats.org/drawingml/2006/main">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3" name="Footer Placeholder 12">
            <a:extLst xmlns:a="http://schemas.openxmlformats.org/drawingml/2006/main">
              <a:ext uri="{FF2B5EF4-FFF2-40B4-BE49-F238E27FC236}">
                <a16:creationId xmlns:a16="http://schemas.microsoft.com/office/drawing/2014/main" id="{B2603722-CE80-C718-39E9-BB79F1F68C31}"/>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4" name="Picture Placeholder 9">
            <a:extLst xmlns:a="http://schemas.openxmlformats.org/drawingml/2006/main">
              <a:ext uri="{FF2B5EF4-FFF2-40B4-BE49-F238E27FC236}">
                <a16:creationId xmlns:a16="http://schemas.microsoft.com/office/drawing/2014/main" id="{884C280F-E753-FE97-A722-F86168AC97B1}"/>
              </a:ext>
            </a:extLst>
          </p:cNvPr>
          <p:cNvSpPr>
            <a:spLocks xmlns:a="http://schemas.openxmlformats.org/drawingml/2006/main" noGrp="1"/>
          </p:cNvSpPr>
          <p:nvPr>
            <p:ph type="pic" idx="13" hasCustomPrompt="1"/>
          </p:nvPr>
        </p:nvSpPr>
        <p:spPr>
          <a:xfrm xmlns:a="http://schemas.openxmlformats.org/drawingml/2006/main">
            <a:off x="841248" y="964074"/>
            <a:ext cx="5403280" cy="5258929"/>
          </a:xfrm>
          <a:custGeom xmlns:a="http://schemas.openxmlformats.org/drawingml/2006/main">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xmlns:a="http://schemas.openxmlformats.org/drawingml/2006/main">
            <a:blip xmlns:r="http://schemas.openxmlformats.org/officeDocument/2006/relationships" r:embed="Rdfef8e1869aa401e">
              <a:alphaModFix amt="70000"/>
            </a:blip>
            <a:stretch>
              <a:fillRect l="0" t="0" r="0" b="0"/>
            </a:stretch>
          </a:blipFill>
          <a:ln xmlns:a="http://schemas.openxmlformats.org/drawingml/2006/main" w="6350">
            <a:no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5" name="Date Placeholder 3">
            <a:extLst xmlns:a="http://schemas.openxmlformats.org/drawingml/2006/main">
              <a:ext uri="{FF2B5EF4-FFF2-40B4-BE49-F238E27FC236}">
                <a16:creationId xmlns:a16="http://schemas.microsoft.com/office/drawing/2014/main" id="{EE117A08-C834-F239-A3DF-2D1295F0AE4C}"/>
              </a:ext>
            </a:extLst>
          </p:cNvPr>
          <p:cNvSpPr>
            <a:spLocks xmlns:a="http://schemas.openxmlformats.org/drawingml/2006/main" noGrp="1"/>
          </p:cNvSpPr>
          <p:nvPr>
            <p:ph type="dt" idx="10"/>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13">
            <a:extLst xmlns:a="http://schemas.openxmlformats.org/drawingml/2006/main">
              <a:ext uri="{FF2B5EF4-FFF2-40B4-BE49-F238E27FC236}">
                <a16:creationId xmlns:a16="http://schemas.microsoft.com/office/drawing/2014/main" id="{7E80C6A5-61FE-078D-49D9-31BD1294014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2.xml><?xml version="1.0" encoding="utf-8"?>
<p:sldLayout xmlns:p="http://schemas.openxmlformats.org/presentationml/2006/main" showMasterSp="0" preserve="1">
  <p:cSld name="Content">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FE6C4595-90D4-94E6-CEBA-82807457D2BE}"/>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p xmlns:a="http://schemas.openxmlformats.org/drawingml/2006/main">
            <a:endParaRP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2">
            <a:extLst xmlns:a="http://schemas.openxmlformats.org/drawingml/2006/main">
              <a:ext uri="{FF2B5EF4-FFF2-40B4-BE49-F238E27FC236}">
                <a16:creationId xmlns:a16="http://schemas.microsoft.com/office/drawing/2014/main" id="{6C2DD052-3E45-E789-01F8-33250024ECBD}"/>
              </a:ext>
            </a:extLst>
          </p:cNvPr>
          <p:cNvSpPr>
            <a:spLocks xmlns:a="http://schemas.openxmlformats.org/drawingml/2006/main" noGrp="1"/>
          </p:cNvSpPr>
          <p:nvPr>
            <p:ph idx="1"/>
          </p:nvPr>
        </p:nvSpPr>
        <p:spPr>
          <a:xfrm xmlns:a="http://schemas.openxmlformats.org/drawingml/2006/main">
            <a:off x="731520" y="1658679"/>
            <a:ext cx="10780776" cy="4925000"/>
          </a:xfrm>
        </p:spPr>
        <p:txBody>
          <a:bodyPr xmlns:a="http://schemas.openxmlformats.org/drawingml/2006/main">
            <a:normAutofit/>
          </a:bodyPr>
          <a:lstStyle xmlns:a="http://schemas.openxmlformats.org/drawingml/2006/main">
            <a:lvl1pPr>
              <a:buNone/>
              <a:defRPr sz="1800">
                <a:solidFill>
                  <a:schemeClr val="tx1"/>
                </a:solidFill>
              </a:defRPr>
            </a:lvl1pPr>
            <a:lvl2pPr>
              <a:buNone/>
              <a:defRPr sz="1600">
                <a:solidFill>
                  <a:schemeClr val="tx1"/>
                </a:solidFill>
              </a:defRPr>
            </a:lvl2pPr>
            <a:lvl3pPr>
              <a:buNone/>
              <a:defRPr sz="1400">
                <a:solidFill>
                  <a:schemeClr val="tx1"/>
                </a:solidFill>
              </a:defRPr>
            </a:lvl3pPr>
            <a:lvl4pPr>
              <a:buNone/>
              <a:defRPr sz="1200">
                <a:solidFill>
                  <a:schemeClr val="tx1"/>
                </a:solidFill>
              </a:defRPr>
            </a:lvl4pPr>
            <a:lvl5pPr>
              <a:buNone/>
              <a:defRPr sz="12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3.xml><?xml version="1.0" encoding="utf-8"?>
<p:sldLayout xmlns:p="http://schemas.openxmlformats.org/presentationml/2006/main" showMasterSp="0" preserve="1">
  <p:cSld name="Title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609600" y="5218032"/>
            <a:ext cx="10972800" cy="786384"/>
          </a:xfrm>
        </p:spPr>
        <p:txBody>
          <a:bodyPr xmlns:a="http://schemas.openxmlformats.org/drawingml/2006/main" anchor="b">
            <a:norm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09600" y="5972629"/>
            <a:ext cx="10972800" cy="480373"/>
          </a:xfrm>
        </p:spPr>
        <p:txBody>
          <a:bodyPr xmlns:a="http://schemas.openxmlformats.org/drawingml/2006/main" anchor="t">
            <a:normAutofit/>
          </a:bodyPr>
          <a:lstStyle xmlns:a="http://schemas.openxmlformats.org/drawingml/2006/main">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Picture Placeholder 10">
            <a:extLst xmlns:a="http://schemas.openxmlformats.org/drawingml/2006/main">
              <a:ext uri="{FF2B5EF4-FFF2-40B4-BE49-F238E27FC236}">
                <a16:creationId xmlns:a16="http://schemas.microsoft.com/office/drawing/2014/main" id="{B24A208E-BD69-BB12-21B8-DA405B501FA8}"/>
              </a:ext>
            </a:extLst>
          </p:cNvPr>
          <p:cNvSpPr>
            <a:spLocks xmlns:a="http://schemas.openxmlformats.org/drawingml/2006/main" noGrp="1"/>
          </p:cNvSpPr>
          <p:nvPr>
            <p:ph type="pic" idx="13" hasCustomPrompt="1"/>
          </p:nvPr>
        </p:nvSpPr>
        <p:spPr>
          <a:xfrm xmlns:a="http://schemas.openxmlformats.org/drawingml/2006/main">
            <a:off x="0" y="0"/>
            <a:ext cx="12191999" cy="4986425"/>
          </a:xfrm>
          <a:prstGeom xmlns:a="http://schemas.openxmlformats.org/drawingml/2006/main" prst="rect">
            <a:avLst/>
          </a:prstGeom>
          <a:blipFill xmlns:a="http://schemas.openxmlformats.org/drawingml/2006/main">
            <a:blip xmlns:r="http://schemas.openxmlformats.org/officeDocument/2006/relationships" r:embed="R52f12823ab2a4d73">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Footer Placeholder 5">
            <a:extLst xmlns:a="http://schemas.openxmlformats.org/drawingml/2006/main">
              <a:ext uri="{FF2B5EF4-FFF2-40B4-BE49-F238E27FC236}">
                <a16:creationId xmlns:a16="http://schemas.microsoft.com/office/drawing/2014/main" id="{8C88BD73-E6AB-68A9-F41B-313E0C44777C}"/>
              </a:ext>
            </a:extLst>
          </p:cNvPr>
          <p:cNvSpPr>
            <a:spLocks xmlns:a="http://schemas.openxmlformats.org/drawingml/2006/main" noGrp="1"/>
          </p:cNvSpPr>
          <p:nvPr>
            <p:ph type="ftr" idx="15"/>
          </p:nvPr>
        </p:nvSpPr>
        <p:spPr>
          <a:xfrm xmlns:a="http://schemas.openxmlformats.org/drawingml/2006/main" rot="16200000">
            <a:off x="-396119" y="5787191"/>
            <a:ext cx="1503444" cy="365125"/>
          </a:xfrm>
        </p:spPr>
        <p:txBody>
          <a:bodyPr xmlns:a="http://schemas.openxmlformats.org/drawingml/2006/main"/>
          <a:lstStyle xmlns:a="http://schemas.openxmlformats.org/drawingml/2006/main"/>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BEAA6162-61A3-2C41-311C-F407FC4B4DA9}"/>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traight Connector 3">
            <a:extLst xmlns:a="http://schemas.openxmlformats.org/drawingml/2006/main">
              <a:ext uri="{FF2B5EF4-FFF2-40B4-BE49-F238E27FC236}">
                <a16:creationId xmlns:a16="http://schemas.microsoft.com/office/drawing/2014/main" id="{63C5903A-11B0-4DC3-94DF-8E3BFA5D8A63}"/>
              </a:ext>
            </a:extLst>
          </p:cNvPr>
          <p:cNvSpPr>
            <a:spLocks xmlns:a="http://schemas.openxmlformats.org/drawingml/2006/main" noGrp="1"/>
          </p:cNvSpPr>
          <p:nvPr/>
        </p:nvSpPr>
        <p:spPr>
          <a:xfrm xmlns:a="http://schemas.openxmlformats.org/drawingml/2006/main" flipH="1">
            <a:off x="4" y="498994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lide Number Placeholder 6">
            <a:extLst xmlns:a="http://schemas.openxmlformats.org/drawingml/2006/main">
              <a:ext uri="{FF2B5EF4-FFF2-40B4-BE49-F238E27FC236}">
                <a16:creationId xmlns:a16="http://schemas.microsoft.com/office/drawing/2014/main" id="{BE6B102F-64E7-9387-1F8F-DB4AC825773A}"/>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4.xml><?xml version="1.0" encoding="utf-8"?>
<p:sldLayout xmlns:p="http://schemas.openxmlformats.org/presentationml/2006/main" showMasterSp="0" preserve="1">
  <p:cSld name="Title">
    <p:spTree>
      <p:nvGrpSpPr>
        <p:cNvPr id="1" name=""/>
        <p:cNvGrpSpPr/>
        <p:nvPr/>
      </p:nvGrpSpPr>
      <p:grpSpPr>
        <a:xfrm xmlns:a="http://schemas.openxmlformats.org/drawingml/2006/main"/>
      </p:grpSpPr>
      <p:sp>
        <p:nvSpPr>
          <p:cNvPr id="7" name="Title 7">
            <a:extLst xmlns:a="http://schemas.openxmlformats.org/drawingml/2006/main">
              <a:ext uri="{FF2B5EF4-FFF2-40B4-BE49-F238E27FC236}">
                <a16:creationId xmlns:a16="http://schemas.microsoft.com/office/drawing/2014/main" id="{CE84C31D-CC85-27E5-FD9F-627C926D5A22}"/>
              </a:ext>
            </a:extLst>
          </p:cNvPr>
          <p:cNvSpPr>
            <a:spLocks xmlns:a="http://schemas.openxmlformats.org/drawingml/2006/main" noGrp="1"/>
          </p:cNvSpPr>
          <p:nvPr>
            <p:ph type="title" idx="0"/>
          </p:nvPr>
        </p:nvSpPr>
        <p:spPr>
          <a:xfrm xmlns:a="http://schemas.openxmlformats.org/drawingml/2006/main">
            <a:off x="838200" y="2578608"/>
            <a:ext cx="7879335" cy="3592629"/>
          </a:xfrm>
        </p:spPr>
        <p:txBody>
          <a:bodyPr xmlns:a="http://schemas.openxmlformats.org/drawingml/2006/main">
            <a:normAutofit/>
          </a:bodyPr>
          <a:lstStyle xmlns:a="http://schemas.openxmlformats.org/drawingml/2006/main">
            <a:lvl1pPr>
              <a:buNone/>
              <a:defRPr sz="6000"/>
            </a:lvl1pPr>
          </a:lstStyle>
          <a:p xmlns:a="http://schemas.openxmlformats.org/drawingml/2006/main">
            <a:r>
              <a:t>Click to edit Master title style</a:t>
            </a:r>
          </a:p>
        </p:txBody>
      </p:sp>
      <p:sp>
        <p:nvSpPr>
          <p:cNvPr id="2" name="Straight Connector 6">
            <a:extLst xmlns:a="http://schemas.openxmlformats.org/drawingml/2006/main">
              <a:ext uri="{FF2B5EF4-FFF2-40B4-BE49-F238E27FC236}">
                <a16:creationId xmlns:a16="http://schemas.microsoft.com/office/drawing/2014/main" id="{369C59A2-2DEC-4C25-8C10-60F3A56AE9B1}"/>
              </a:ext>
            </a:extLst>
          </p:cNvPr>
          <p:cNvSpPr>
            <a:spLocks xmlns:a="http://schemas.openxmlformats.org/drawingml/2006/main" noGrp="1"/>
          </p:cNvSpPr>
          <p:nvPr/>
        </p:nvSpPr>
        <p:spPr>
          <a:xfrm xmlns:a="http://schemas.openxmlformats.org/drawingml/2006/main" flipH="1">
            <a:off x="4" y="1714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Footer Placeholder 4">
            <a:extLst xmlns:a="http://schemas.openxmlformats.org/drawingml/2006/main">
              <a:ext uri="{FF2B5EF4-FFF2-40B4-BE49-F238E27FC236}">
                <a16:creationId xmlns:a16="http://schemas.microsoft.com/office/drawing/2014/main" id="{17FF6486-38AE-54F6-E2F3-8B944C3F1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Text Placeholder 15">
            <a:extLst xmlns:a="http://schemas.openxmlformats.org/drawingml/2006/main">
              <a:ext uri="{FF2B5EF4-FFF2-40B4-BE49-F238E27FC236}">
                <a16:creationId xmlns:a16="http://schemas.microsoft.com/office/drawing/2014/main" id="{341BD916-71AE-106E-105D-01655950FC48}"/>
              </a:ext>
            </a:extLst>
          </p:cNvPr>
          <p:cNvSpPr>
            <a:spLocks xmlns:a="http://schemas.openxmlformats.org/drawingml/2006/main" noGrp="1"/>
          </p:cNvSpPr>
          <p:nvPr>
            <p:ph type="body" idx="15"/>
          </p:nvPr>
        </p:nvSpPr>
        <p:spPr>
          <a:xfrm xmlns:a="http://schemas.openxmlformats.org/drawingml/2006/main">
            <a:off x="3987800" y="368300"/>
            <a:ext cx="7375525" cy="1014413"/>
          </a:xfrm>
        </p:spPr>
        <p:txBody>
          <a:bodyPr xmlns:a="http://schemas.openxmlformats.org/drawingml/2006/main" anchor="ctr">
            <a:normAutofit/>
          </a:bodyPr>
          <a:lstStyle xmlns:a="http://schemas.openxmlformats.org/drawingml/2006/main">
            <a:lvl1pPr algn="r">
              <a:buNone/>
              <a:defRPr sz="2000"/>
            </a:lvl1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8FD0054-227E-4953-9BB1-7141F9024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542E0F1-15E9-E241-9959-A6D46B69EE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5.xml><?xml version="1.0" encoding="utf-8"?>
<p:sldLayout xmlns:p="http://schemas.openxmlformats.org/presentationml/2006/main" showMasterSp="0" preserve="1">
  <p:cSld name="Section Header">
    <p:spTree>
      <p:nvGrpSpPr>
        <p:cNvPr id="1" name=""/>
        <p:cNvGrpSpPr/>
        <p:nvPr/>
      </p:nvGrpSpPr>
      <p:grpSpPr>
        <a:xfrm xmlns:a="http://schemas.openxmlformats.org/drawingml/2006/main"/>
      </p:grpSpPr>
      <p:sp>
        <p:nvSpPr>
          <p:cNvPr id="6" name="Title 2">
            <a:extLst xmlns:a="http://schemas.openxmlformats.org/drawingml/2006/main">
              <a:ext uri="{FF2B5EF4-FFF2-40B4-BE49-F238E27FC236}">
                <a16:creationId xmlns:a16="http://schemas.microsoft.com/office/drawing/2014/main" id="{95842852-3CDE-22AD-D5F0-AAF8279A0910}"/>
              </a:ext>
            </a:extLst>
          </p:cNvPr>
          <p:cNvSpPr>
            <a:spLocks xmlns:a="http://schemas.openxmlformats.org/drawingml/2006/main" noGrp="1"/>
          </p:cNvSpPr>
          <p:nvPr>
            <p:ph type="title" idx="0"/>
          </p:nvPr>
        </p:nvSpPr>
        <p:spPr>
          <a:xfrm xmlns:a="http://schemas.openxmlformats.org/drawingml/2006/main">
            <a:off x="838200" y="859536"/>
            <a:ext cx="9546336" cy="3675885"/>
          </a:xfrm>
        </p:spPr>
        <p:txBody>
          <a:bodyPr xmlns:a="http://schemas.openxmlformats.org/drawingml/2006/main" anchor="t">
            <a:normAutofit/>
          </a:bodyPr>
          <a:lstStyle xmlns:a="http://schemas.openxmlformats.org/drawingml/2006/main">
            <a:lvl1pPr>
              <a:buNone/>
              <a:defRPr sz="6000"/>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Straight Connector 6">
            <a:extLst xmlns:a="http://schemas.openxmlformats.org/drawingml/2006/main">
              <a:ext uri="{FF2B5EF4-FFF2-40B4-BE49-F238E27FC236}">
                <a16:creationId xmlns:a16="http://schemas.microsoft.com/office/drawing/2014/main" id="{AFBB2C40-7D5D-41BA-B2A2-231FA48B1F7D}"/>
              </a:ext>
            </a:extLst>
          </p:cNvPr>
          <p:cNvSpPr>
            <a:spLocks xmlns:a="http://schemas.openxmlformats.org/drawingml/2006/main" noGrp="1"/>
          </p:cNvSpPr>
          <p:nvPr/>
        </p:nvSpPr>
        <p:spPr>
          <a:xfrm xmlns:a="http://schemas.openxmlformats.org/drawingml/2006/main" flipH="1">
            <a:off x="4" y="5143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6.xml><?xml version="1.0" encoding="utf-8"?>
<p:sldLayout xmlns:p="http://schemas.openxmlformats.org/presentationml/2006/main" showMasterSp="0" preserve="1">
  <p:cSld name="Agenda">
    <p:spTree>
      <p:nvGrpSpPr>
        <p:cNvPr id="1" name=""/>
        <p:cNvGrpSpPr/>
        <p:nvPr/>
      </p:nvGrpSpPr>
      <p:grpSpPr>
        <a:xfrm xmlns:a="http://schemas.openxmlformats.org/drawingml/2006/main"/>
      </p:grpSpPr>
      <p:sp>
        <p:nvSpPr>
          <p:cNvPr id="6" name="Title 9">
            <a:extLst xmlns:a="http://schemas.openxmlformats.org/drawingml/2006/main">
              <a:ext uri="{FF2B5EF4-FFF2-40B4-BE49-F238E27FC236}">
                <a16:creationId xmlns:a16="http://schemas.microsoft.com/office/drawing/2014/main" id="{C4EF7E11-76D4-64FA-465B-165405450121}"/>
              </a:ext>
            </a:extLst>
          </p:cNvPr>
          <p:cNvSpPr>
            <a:spLocks xmlns:a="http://schemas.openxmlformats.org/drawingml/2006/main" noGrp="1"/>
          </p:cNvSpPr>
          <p:nvPr>
            <p:ph type="title" idx="0"/>
          </p:nvPr>
        </p:nvSpPr>
        <p:spPr>
          <a:xfrm xmlns:a="http://schemas.openxmlformats.org/drawingml/2006/main">
            <a:off x="1285947" y="1296083"/>
            <a:ext cx="4353325" cy="4265835"/>
          </a:xfrm>
          <a:custGeom xmlns:a="http://schemas.openxmlformats.org/drawingml/2006/main">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xmlns:a="http://schemas.openxmlformats.org/drawingml/2006/main" w="6350">
            <a:solidFill>
              <a:schemeClr val="tx1"/>
            </a:solidFill>
          </a:ln>
        </p:spPr>
        <p:txBody>
          <a:bodyPr xmlns:a="http://schemas.openxmlformats.org/drawingml/2006/main" wrap="square" lIns="182880" tIns="914400" rIns="182880" anchor="ctr">
            <a:no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7D633F00-464B-3088-812A-40496FD1021A}"/>
              </a:ext>
            </a:extLst>
          </p:cNvPr>
          <p:cNvSpPr>
            <a:spLocks xmlns:a="http://schemas.openxmlformats.org/drawingml/2006/main" noGrp="1"/>
          </p:cNvSpPr>
          <p:nvPr>
            <p:ph idx="13"/>
          </p:nvPr>
        </p:nvSpPr>
        <p:spPr>
          <a:xfrm xmlns:a="http://schemas.openxmlformats.org/drawingml/2006/main">
            <a:off x="6535056" y="1296083"/>
            <a:ext cx="4325112" cy="4265835"/>
          </a:xfrm>
        </p:spPr>
        <p:txBody>
          <a:bodyPr xmlns:a="http://schemas.openxmlformats.org/drawingml/2006/main" anchor="b"/>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7.xml><?xml version="1.0" encoding="utf-8"?>
<p:sldLayout xmlns:p="http://schemas.openxmlformats.org/presentationml/2006/main" showMasterSp="0" preserve="1">
  <p:cSld name="Agenda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7D05B5E-C545-4763-BA47-4C2C0FCA514D}"/>
              </a:ext>
            </a:extLst>
          </p:cNvPr>
          <p:cNvSpPr>
            <a:spLocks xmlns:a="http://schemas.openxmlformats.org/drawingml/2006/main" noGrp="1"/>
          </p:cNvSpPr>
          <p:nvPr>
            <p:ph type="title" idx="0"/>
          </p:nvPr>
        </p:nvSpPr>
        <p:spPr>
          <a:xfrm xmlns:a="http://schemas.openxmlformats.org/drawingml/2006/main">
            <a:off x="1060704" y="4608576"/>
            <a:ext cx="4169664" cy="1609344"/>
          </a:xfrm>
        </p:spPr>
        <p:txBody>
          <a:bodyPr xmlns:a="http://schemas.openxmlformats.org/drawingml/2006/main" anchor="t">
            <a:no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C79D23AA-8F22-4B09-8FAA-CD16E5D66C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7">
            <a:extLst xmlns:a="http://schemas.openxmlformats.org/drawingml/2006/main">
              <a:ext uri="{FF2B5EF4-FFF2-40B4-BE49-F238E27FC236}">
                <a16:creationId xmlns:a16="http://schemas.microsoft.com/office/drawing/2014/main" id="{4E5AAB3D-814D-597A-6ADE-F522A8116DCD}"/>
              </a:ext>
            </a:extLst>
          </p:cNvPr>
          <p:cNvSpPr>
            <a:spLocks xmlns:a="http://schemas.openxmlformats.org/drawingml/2006/main" noGrp="1"/>
          </p:cNvSpPr>
          <p:nvPr>
            <p:ph type="pic" idx="13" hasCustomPrompt="1"/>
          </p:nvPr>
        </p:nvSpPr>
        <p:spPr>
          <a:xfrm xmlns:a="http://schemas.openxmlformats.org/drawingml/2006/main">
            <a:off x="1257301" y="1097280"/>
            <a:ext cx="3776470" cy="3168100"/>
          </a:xfrm>
          <a:custGeom xmlns:a="http://schemas.openxmlformats.org/drawingml/2006/main">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xmlns:a="http://schemas.openxmlformats.org/drawingml/2006/main">
            <a:blip xmlns:r="http://schemas.openxmlformats.org/officeDocument/2006/relationships" r:embed="Rd5949dbdc20643c4">
              <a:alphaModFix amt="70000"/>
            </a:blip>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marL="0" indent="0">
              <a:buFont typeface="Arial"/>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 </a:t>
            </a:r>
          </a:p>
        </p:txBody>
      </p:sp>
      <p:sp>
        <p:nvSpPr>
          <p:cNvPr id="4" name="Content Placeholder 2">
            <a:extLst xmlns:a="http://schemas.openxmlformats.org/drawingml/2006/main">
              <a:ext uri="{FF2B5EF4-FFF2-40B4-BE49-F238E27FC236}">
                <a16:creationId xmlns:a16="http://schemas.microsoft.com/office/drawing/2014/main" id="{7FA263F8-8E34-4910-BF7A-F1C5A99689DC}"/>
              </a:ext>
            </a:extLst>
          </p:cNvPr>
          <p:cNvSpPr>
            <a:spLocks xmlns:a="http://schemas.openxmlformats.org/drawingml/2006/main" noGrp="1"/>
          </p:cNvSpPr>
          <p:nvPr>
            <p:ph idx="1"/>
          </p:nvPr>
        </p:nvSpPr>
        <p:spPr>
          <a:xfrm xmlns:a="http://schemas.openxmlformats.org/drawingml/2006/main">
            <a:off x="7141464" y="841248"/>
            <a:ext cx="4215384" cy="5330952"/>
          </a:xfrm>
        </p:spPr>
        <p:txBody>
          <a:bodyPr xmlns:a="http://schemas.openxmlformats.org/drawingml/2006/main" anchor="ctr"/>
          <a:lstStyle xmlns:a="http://schemas.openxmlformats.org/drawingml/2006/main">
            <a:lvl1pPr algn="ctr">
              <a:buNone/>
              <a:defRPr>
                <a:solidFill>
                  <a:schemeClr val="tx1"/>
                </a:solidFill>
              </a:defRPr>
            </a:lvl1pPr>
            <a:lvl2pPr algn="ctr">
              <a:buNone/>
              <a:defRPr>
                <a:solidFill>
                  <a:schemeClr val="tx1"/>
                </a:solidFill>
              </a:defRPr>
            </a:lvl2pPr>
            <a:lvl3pPr algn="ctr">
              <a:buNone/>
              <a:defRPr>
                <a:solidFill>
                  <a:schemeClr val="tx1"/>
                </a:solidFill>
              </a:defRPr>
            </a:lvl3pPr>
            <a:lvl4pPr algn="ctr">
              <a:buNone/>
              <a:defRPr>
                <a:solidFill>
                  <a:schemeClr val="tx1"/>
                </a:solidFill>
              </a:defRPr>
            </a:lvl4pPr>
            <a:lvl5pPr algn="ct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456E74E5-D20D-4AB7-8D98-F336CE0ECC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4E8A028-A0C8-45E7-915E-B83FF59C9F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6">
            <a:extLst xmlns:a="http://schemas.openxmlformats.org/drawingml/2006/main">
              <a:ext uri="{FF2B5EF4-FFF2-40B4-BE49-F238E27FC236}">
                <a16:creationId xmlns:a16="http://schemas.microsoft.com/office/drawing/2014/main" id="{3C4717FE-EFB7-4086-9A0B-125C310E1320}"/>
              </a:ext>
            </a:extLst>
          </p:cNvPr>
          <p:cNvSpPr>
            <a:spLocks xmlns:a="http://schemas.openxmlformats.org/drawingml/2006/main" noGrp="1"/>
          </p:cNvSpPr>
          <p:nvPr/>
        </p:nvSpPr>
        <p:spPr>
          <a:xfrm xmlns:a="http://schemas.openxmlformats.org/drawingml/2006/main">
            <a:off x="629708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8.xml><?xml version="1.0" encoding="utf-8"?>
<p:sldLayout xmlns:p="http://schemas.openxmlformats.org/presentationml/2006/main" showMasterSp="0" preserve="1">
  <p:cSld name="Content 2">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86384" y="2615184"/>
            <a:ext cx="3813048" cy="3557016"/>
          </a:xfrm>
        </p:spPr>
        <p:txBody>
          <a:bodyPr xmlns:a="http://schemas.openxmlformats.org/drawingml/2006/main">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42D62A0-8127-CE86-0633-0D65E1E136F7}"/>
              </a:ext>
            </a:extLst>
          </p:cNvPr>
          <p:cNvSpPr>
            <a:spLocks xmlns:a="http://schemas.openxmlformats.org/drawingml/2006/main" noGrp="1"/>
          </p:cNvSpPr>
          <p:nvPr>
            <p:ph idx="13"/>
          </p:nvPr>
        </p:nvSpPr>
        <p:spPr>
          <a:xfrm xmlns:a="http://schemas.openxmlformats.org/drawingml/2006/main">
            <a:off x="5519738" y="841248"/>
            <a:ext cx="4956175" cy="3556000"/>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FDABF28B-A1AE-41CC-9A4E-C1DC6A57C9EF}"/>
              </a:ext>
            </a:extLst>
          </p:cNvPr>
          <p:cNvSpPr>
            <a:spLocks xmlns:a="http://schemas.openxmlformats.org/drawingml/2006/main" noGrp="1"/>
          </p:cNvSpPr>
          <p:nvPr/>
        </p:nvSpPr>
        <p:spPr>
          <a:xfrm xmlns:a="http://schemas.openxmlformats.org/drawingml/2006/main" flipV="1">
            <a:off x="5016203"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9.xml><?xml version="1.0" encoding="utf-8"?>
<p:sldLayout xmlns:p="http://schemas.openxmlformats.org/presentationml/2006/main" showMasterSp="0" preserve="1">
  <p:cSld name="Content 3">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31520" y="841248"/>
            <a:ext cx="2999232" cy="5184648"/>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8C71126E-AEFA-B45A-CD39-AC1315E03339}"/>
              </a:ext>
            </a:extLst>
          </p:cNvPr>
          <p:cNvSpPr>
            <a:spLocks xmlns:a="http://schemas.openxmlformats.org/drawingml/2006/main" noGrp="1"/>
          </p:cNvSpPr>
          <p:nvPr>
            <p:ph idx="13"/>
          </p:nvPr>
        </p:nvSpPr>
        <p:spPr>
          <a:xfrm xmlns:a="http://schemas.openxmlformats.org/drawingml/2006/main">
            <a:off x="4666926" y="841248"/>
            <a:ext cx="6260154" cy="5184648"/>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67A5E53F-2AEE-48A8-938D-23D1C27C69C4}"/>
              </a:ext>
            </a:extLst>
          </p:cNvPr>
          <p:cNvSpPr>
            <a:spLocks xmlns:a="http://schemas.openxmlformats.org/drawingml/2006/main" noGrp="1"/>
          </p:cNvSpPr>
          <p:nvPr/>
        </p:nvSpPr>
        <p:spPr>
          <a:xfrm xmlns:a="http://schemas.openxmlformats.org/drawingml/2006/main" flipV="1">
            <a:off x="418221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showMasterSp="0" preserve="1">
  <p:cSld name="Content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8831152" y="990511"/>
            <a:ext cx="2565593" cy="1858941"/>
          </a:xfrm>
        </p:spPr>
        <p:txBody>
          <a:bodyPr xmlns:a="http://schemas.openxmlformats.org/drawingml/2006/main" anchor="b"/>
          <a:lstStyle xmlns:a="http://schemas.openxmlformats.org/drawingml/2006/main">
            <a:lvl1pPr>
              <a:buNone/>
              <a:defRPr sz="3200" kern="1200">
                <a:solidFill>
                  <a:schemeClr val="tx1"/>
                </a:solidFill>
                <a:latin typeface="Manrope"/>
                <a:ea typeface="Manrope"/>
                <a:cs typeface="Manrope"/>
              </a:defRPr>
            </a:lvl1pPr>
          </a:lstStyle>
          <a:p xmlns:a="http://schemas.openxmlformats.org/drawingml/2006/main">
            <a:r>
              <a:t>Click to edit Master title style</a:t>
            </a:r>
          </a:p>
        </p:txBody>
      </p:sp>
      <p:sp>
        <p:nvSpPr>
          <p:cNvPr id="2" name="Picture Placeholder 9">
            <a:extLst xmlns:a="http://schemas.openxmlformats.org/drawingml/2006/main">
              <a:ext uri="{FF2B5EF4-FFF2-40B4-BE49-F238E27FC236}">
                <a16:creationId xmlns:a16="http://schemas.microsoft.com/office/drawing/2014/main" id="{3CA946DA-5AE8-39E2-3ADD-B8F06308C1C6}"/>
              </a:ext>
            </a:extLst>
          </p:cNvPr>
          <p:cNvSpPr>
            <a:spLocks xmlns:a="http://schemas.openxmlformats.org/drawingml/2006/main" noGrp="1"/>
          </p:cNvSpPr>
          <p:nvPr>
            <p:ph type="pic" idx="13" hasCustomPrompt="1"/>
          </p:nvPr>
        </p:nvSpPr>
        <p:spPr>
          <a:xfrm xmlns:a="http://schemas.openxmlformats.org/drawingml/2006/main">
            <a:off x="0" y="0"/>
            <a:ext cx="8326323" cy="6858000"/>
          </a:xfrm>
          <a:custGeom xmlns:a="http://schemas.openxmlformats.org/drawingml/2006/main">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rect l="l" t="t" r="r" b="b"/>
            <a:pathLst>
              <a:path w="8326323" h="6858000">
                <a:moveTo>
                  <a:pt x="0" y="0"/>
                </a:moveTo>
                <a:lnTo>
                  <a:pt x="8326323" y="0"/>
                </a:lnTo>
                <a:lnTo>
                  <a:pt x="8326323" y="6858000"/>
                </a:lnTo>
                <a:lnTo>
                  <a:pt x="0" y="6858000"/>
                </a:lnTo>
                <a:close/>
              </a:path>
            </a:pathLst>
          </a:custGeom>
          <a:blipFill xmlns:a="http://schemas.openxmlformats.org/drawingml/2006/main">
            <a:blip xmlns:r="http://schemas.openxmlformats.org/officeDocument/2006/relationships" r:embed="Rb5ac9406491d4ca6">
              <a:alphaModFix amt="70000"/>
            </a:blip>
            <a:stretch>
              <a:fillRect l="0" t="0" r="0" b="0"/>
            </a:stretch>
          </a:blipFill>
        </p:spPr>
        <p:txBody>
          <a:bodyPr xmlns:a="http://schemas.openxmlformats.org/drawingml/2006/main" wrap="square">
            <a:noAutofit/>
          </a:bodyPr>
          <a:lstStyle xmlns:a="http://schemas.openxmlformats.org/drawingml/2006/main">
            <a:lvl1pPr marL="0" indent="0">
              <a:buFont typeface="Arial"/>
              <a:buNone/>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6E0D00CE-C191-6DE5-9D82-7EFB59BC3739}"/>
              </a:ext>
            </a:extLst>
          </p:cNvPr>
          <p:cNvSpPr>
            <a:spLocks xmlns:a="http://schemas.openxmlformats.org/drawingml/2006/main" noGrp="1"/>
          </p:cNvSpPr>
          <p:nvPr>
            <p:ph idx="14"/>
          </p:nvPr>
        </p:nvSpPr>
        <p:spPr>
          <a:xfrm xmlns:a="http://schemas.openxmlformats.org/drawingml/2006/main">
            <a:off x="8832271" y="3011335"/>
            <a:ext cx="2559977" cy="2656250"/>
          </a:xfrm>
        </p:spPr>
        <p:txBody>
          <a:bodyPr xmlns:a="http://schemas.openxmlformats.org/drawingml/2006/main" vert="horz" lIns="91440" tIns="45720" rIns="91440" bIns="45720">
            <a:normAutofit/>
          </a:bodyPr>
          <a:lstStyle xmlns:a="http://schemas.openxmlformats.org/drawingml/2006/main">
            <a:lvl1pPr marL="0" indent="0">
              <a:buNone/>
              <a:defRPr/>
            </a:lvl1pPr>
            <a:lvl2pPr marL="228600" indent="0">
              <a:buNone/>
              <a:defRPr sz="1400"/>
            </a:lvl2pPr>
            <a:lvl3pPr marL="457200" indent="0">
              <a:buNone/>
              <a:defRPr sz="1400"/>
            </a:lvl3pPr>
            <a:lvl4pPr marL="685800" indent="0">
              <a:buNone/>
              <a:defRPr sz="1400"/>
            </a:lvl4pPr>
            <a:lvl5pPr marL="914400" indent="0">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oter Placeholder 5">
            <a:extLst xmlns:a="http://schemas.openxmlformats.org/drawingml/2006/main">
              <a:ext uri="{FF2B5EF4-FFF2-40B4-BE49-F238E27FC236}">
                <a16:creationId xmlns:a16="http://schemas.microsoft.com/office/drawing/2014/main" id="{8BD5A515-9970-0784-7927-52F94C270B46}"/>
              </a:ext>
            </a:extLst>
          </p:cNvPr>
          <p:cNvSpPr>
            <a:spLocks xmlns:a="http://schemas.openxmlformats.org/drawingml/2006/main" noGrp="1"/>
          </p:cNvSpPr>
          <p:nvPr>
            <p:ph type="ftr" idx="16"/>
          </p:nvPr>
        </p:nvSpPr>
        <p:spPr>
          <a:xfrm xmlns:a="http://schemas.openxmlformats.org/drawingml/2006/main" rot="5400000">
            <a:off x="10292564" y="1592958"/>
            <a:ext cx="2973522"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8523CCEC-6BB2-B704-95E2-87FED823C5BD}"/>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1208465C-8C77-73BF-D18F-D01907BAC864}"/>
              </a:ext>
            </a:extLst>
          </p:cNvPr>
          <p:cNvSpPr>
            <a:spLocks xmlns:a="http://schemas.openxmlformats.org/drawingml/2006/main" noGrp="1"/>
          </p:cNvSpPr>
          <p:nvPr>
            <p:ph type="sldNum" idx="17"/>
          </p:nvPr>
        </p:nvSpPr>
        <p:spPr>
          <a:xfrm xmlns:a="http://schemas.openxmlformats.org/drawingml/2006/main">
            <a:off x="11512296" y="6356350"/>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A2D3E761-F3AF-4D39-83BD-A93D3753F638}"/>
              </a:ext>
            </a:extLst>
          </p:cNvPr>
          <p:cNvSpPr>
            <a:spLocks xmlns:a="http://schemas.openxmlformats.org/drawingml/2006/main" noGrp="1"/>
          </p:cNvSpPr>
          <p:nvPr/>
        </p:nvSpPr>
        <p:spPr>
          <a:xfrm xmlns:a="http://schemas.openxmlformats.org/drawingml/2006/main">
            <a:off x="832057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1.xml><?xml version="1.0" encoding="utf-8"?>
<p:sldLayout xmlns:p="http://schemas.openxmlformats.org/presentationml/2006/main" showMasterSp="0" preserve="1">
  <p:cSld name="Content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5303520" y="548640"/>
            <a:ext cx="6093225"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0" y="1"/>
            <a:ext cx="4793885" cy="6858000"/>
          </a:xfrm>
          <a:prstGeom xmlns:a="http://schemas.openxmlformats.org/drawingml/2006/main" prst="rect">
            <a:avLst/>
          </a:prstGeom>
          <a:blipFill xmlns:a="http://schemas.openxmlformats.org/drawingml/2006/main">
            <a:blip xmlns:r="http://schemas.openxmlformats.org/officeDocument/2006/relationships" r:embed="Raa99aa41a4a047cb">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5303520" y="1828800"/>
            <a:ext cx="6071616"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Straight Connector 2">
            <a:extLst xmlns:a="http://schemas.openxmlformats.org/drawingml/2006/main">
              <a:ext uri="{FF2B5EF4-FFF2-40B4-BE49-F238E27FC236}">
                <a16:creationId xmlns:a16="http://schemas.microsoft.com/office/drawing/2014/main" id="{5D396DF3-D849-45CF-A85B-D38C81E2EA8D}"/>
              </a:ext>
            </a:extLst>
          </p:cNvPr>
          <p:cNvSpPr>
            <a:spLocks xmlns:a="http://schemas.openxmlformats.org/drawingml/2006/main" noGrp="1"/>
          </p:cNvSpPr>
          <p:nvPr/>
        </p:nvSpPr>
        <p:spPr>
          <a:xfrm xmlns:a="http://schemas.openxmlformats.org/drawingml/2006/main">
            <a:off x="479715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59345FA4-0621-D8F1-73D0-046B7F4D7713}"/>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8">
            <a:extLst xmlns:a="http://schemas.openxmlformats.org/drawingml/2006/main">
              <a:ext uri="{FF2B5EF4-FFF2-40B4-BE49-F238E27FC236}">
                <a16:creationId xmlns:a16="http://schemas.microsoft.com/office/drawing/2014/main" id="{84C51678-E871-8AD4-08DA-BF7B7013A356}"/>
              </a:ext>
            </a:extLst>
          </p:cNvPr>
          <p:cNvSpPr>
            <a:spLocks xmlns:a="http://schemas.openxmlformats.org/drawingml/2006/main" noGrp="1"/>
          </p:cNvSpPr>
          <p:nvPr>
            <p:ph type="ftr" idx="16"/>
          </p:nvPr>
        </p:nvSpPr>
        <p:spPr>
          <a:xfrm xmlns:a="http://schemas.openxmlformats.org/drawingml/2006/main" rot="16200000" flipH="1">
            <a:off x="10292565"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9">
            <a:extLst xmlns:a="http://schemas.openxmlformats.org/drawingml/2006/main">
              <a:ext uri="{FF2B5EF4-FFF2-40B4-BE49-F238E27FC236}">
                <a16:creationId xmlns:a16="http://schemas.microsoft.com/office/drawing/2014/main" id="{3CD01CE4-E064-7D2F-7D3A-9DA85E2777F2}"/>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2.xml><?xml version="1.0" encoding="utf-8"?>
<p:sldLayout xmlns:p="http://schemas.openxmlformats.org/presentationml/2006/main" showMasterSp="0" preserve="1">
  <p:cSld name="Content with Picture 3">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48640"/>
            <a:ext cx="6135624"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828800"/>
            <a:ext cx="6135624"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7400544" y="0"/>
            <a:ext cx="4791456" cy="6858000"/>
          </a:xfrm>
          <a:prstGeom xmlns:a="http://schemas.openxmlformats.org/drawingml/2006/main" prst="rect">
            <a:avLst/>
          </a:prstGeom>
          <a:blipFill xmlns:a="http://schemas.openxmlformats.org/drawingml/2006/main">
            <a:blip xmlns:r="http://schemas.openxmlformats.org/officeDocument/2006/relationships" r:embed="R99d8993df5014bff">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5">
            <a:extLst xmlns:a="http://schemas.openxmlformats.org/drawingml/2006/main">
              <a:ext uri="{FF2B5EF4-FFF2-40B4-BE49-F238E27FC236}">
                <a16:creationId xmlns:a16="http://schemas.microsoft.com/office/drawing/2014/main" id="{0CB93A5E-18AD-4C57-BAF5-73B7655A45AA}"/>
              </a:ext>
            </a:extLst>
          </p:cNvPr>
          <p:cNvSpPr>
            <a:spLocks xmlns:a="http://schemas.openxmlformats.org/drawingml/2006/main" noGrp="1"/>
          </p:cNvSpPr>
          <p:nvPr/>
        </p:nvSpPr>
        <p:spPr>
          <a:xfrm xmlns:a="http://schemas.openxmlformats.org/drawingml/2006/main">
            <a:off x="7382022"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EF7A0C5A-6673-53CC-030B-67BA133D9741}"/>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6">
            <a:extLst xmlns:a="http://schemas.openxmlformats.org/drawingml/2006/main">
              <a:ext uri="{FF2B5EF4-FFF2-40B4-BE49-F238E27FC236}">
                <a16:creationId xmlns:a16="http://schemas.microsoft.com/office/drawing/2014/main" id="{92521688-F793-E4F2-732B-EEE6F58B758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8">
            <a:extLst xmlns:a="http://schemas.openxmlformats.org/drawingml/2006/main">
              <a:ext uri="{FF2B5EF4-FFF2-40B4-BE49-F238E27FC236}">
                <a16:creationId xmlns:a16="http://schemas.microsoft.com/office/drawing/2014/main" id="{2DDBE29E-7417-B57C-BA94-1DBC14BE461B}"/>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3.xml><?xml version="1.0" encoding="utf-8"?>
<p:sldLayout xmlns:p="http://schemas.openxmlformats.org/presentationml/2006/main" showMasterSp="0" preserve="1">
  <p:cSld name="Content with Picture 4">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6858000" cy="932688"/>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380744"/>
            <a:ext cx="6858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8091732" y="0"/>
            <a:ext cx="4100267" cy="6858000"/>
          </a:xfrm>
          <a:prstGeom xmlns:a="http://schemas.openxmlformats.org/drawingml/2006/main" prst="rect">
            <a:avLst/>
          </a:prstGeom>
          <a:blipFill xmlns:a="http://schemas.openxmlformats.org/drawingml/2006/main">
            <a:blip xmlns:r="http://schemas.openxmlformats.org/officeDocument/2006/relationships" r:embed="R46e60b08d9ad48fb">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3">
            <a:extLst xmlns:a="http://schemas.openxmlformats.org/drawingml/2006/main">
              <a:ext uri="{FF2B5EF4-FFF2-40B4-BE49-F238E27FC236}">
                <a16:creationId xmlns:a16="http://schemas.microsoft.com/office/drawing/2014/main" id="{648B2849-1E47-43A0-92C9-94E65EC12565}"/>
              </a:ext>
            </a:extLst>
          </p:cNvPr>
          <p:cNvSpPr>
            <a:spLocks xmlns:a="http://schemas.openxmlformats.org/drawingml/2006/main" noGrp="1"/>
          </p:cNvSpPr>
          <p:nvPr/>
        </p:nvSpPr>
        <p:spPr>
          <a:xfrm xmlns:a="http://schemas.openxmlformats.org/drawingml/2006/main">
            <a:off x="8077761"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68FF6D8B-36A2-DF79-CDB9-885694DCA71D}"/>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3A2396A-E38F-CC9C-7303-71F99D08208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483B0E4B-031C-4F2A-1993-D824DD71F7DE}"/>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4.xml><?xml version="1.0" encoding="utf-8"?>
<p:sldLayout xmlns:p="http://schemas.openxmlformats.org/presentationml/2006/main" showMasterSp="0" preserve="1">
  <p:cSld name="Content with Picture 5">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83413"/>
            <a:ext cx="4361688" cy="1262639"/>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979461"/>
            <a:ext cx="4360863" cy="432926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745480" y="0"/>
            <a:ext cx="6446520" cy="6858000"/>
          </a:xfrm>
          <a:prstGeom xmlns:a="http://schemas.openxmlformats.org/drawingml/2006/main" prst="rect">
            <a:avLst/>
          </a:prstGeom>
          <a:blipFill xmlns:a="http://schemas.openxmlformats.org/drawingml/2006/main">
            <a:blip xmlns:r="http://schemas.openxmlformats.org/officeDocument/2006/relationships" r:embed="R53bc93890bdf46c0">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0185A8A4-ADDB-49B2-96D0-A4A32505730D}"/>
              </a:ext>
            </a:extLst>
          </p:cNvPr>
          <p:cNvSpPr>
            <a:spLocks xmlns:a="http://schemas.openxmlformats.org/drawingml/2006/main" noGrp="1"/>
          </p:cNvSpPr>
          <p:nvPr/>
        </p:nvSpPr>
        <p:spPr>
          <a:xfrm xmlns:a="http://schemas.openxmlformats.org/drawingml/2006/main">
            <a:off x="573212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EA981C2C-E0DD-29A7-8209-50D664881524}"/>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D205369F-8CCB-402F-9055-2BF12262B54D}"/>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133591F2-4BD3-37D0-B00E-B2CD5F47A36C}"/>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5.xml><?xml version="1.0" encoding="utf-8"?>
<p:sldLayout xmlns:p="http://schemas.openxmlformats.org/presentationml/2006/main" showMasterSp="0" preserve="1">
  <p:cSld name="Content with Picture 6">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4572000" cy="932688"/>
          </a:xfrm>
        </p:spPr>
        <p:txBody>
          <a:bodyPr xmlns:a="http://schemas.openxmlformats.org/drawingml/2006/main" anchor="b"/>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380744"/>
            <a:ext cx="4572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917720" y="0"/>
            <a:ext cx="6274279" cy="6858000"/>
          </a:xfrm>
          <a:prstGeom xmlns:a="http://schemas.openxmlformats.org/drawingml/2006/main" prst="rect">
            <a:avLst/>
          </a:prstGeom>
          <a:blipFill xmlns:a="http://schemas.openxmlformats.org/drawingml/2006/main">
            <a:blip xmlns:r="http://schemas.openxmlformats.org/officeDocument/2006/relationships" r:embed="Rfd7de64516384124">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608A64DC-0CB5-4159-9641-7057C6F4E7A0}"/>
              </a:ext>
            </a:extLst>
          </p:cNvPr>
          <p:cNvSpPr>
            <a:spLocks xmlns:a="http://schemas.openxmlformats.org/drawingml/2006/main" noGrp="1"/>
          </p:cNvSpPr>
          <p:nvPr/>
        </p:nvSpPr>
        <p:spPr>
          <a:xfrm xmlns:a="http://schemas.openxmlformats.org/drawingml/2006/main">
            <a:off x="591172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417D8113-ECE6-D6F5-9CA4-C96A535F4799}"/>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29A0137-F97A-8194-464D-3B7D4814A8A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E3FE5686-63A9-B1A1-5734-F96A96514650}"/>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6.xml><?xml version="1.0" encoding="utf-8"?>
<p:sldLayout xmlns:p="http://schemas.openxmlformats.org/presentationml/2006/main" showMasterSp="0" preserve="1">
  <p:cSld name="Content with Picture 7">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012268"/>
            <a:ext cx="3739896" cy="1390330"/>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1" y="0"/>
            <a:ext cx="12192000" cy="4635132"/>
          </a:xfrm>
          <a:prstGeom xmlns:a="http://schemas.openxmlformats.org/drawingml/2006/main" prst="rect">
            <a:avLst/>
          </a:prstGeom>
          <a:blipFill xmlns:a="http://schemas.openxmlformats.org/drawingml/2006/main">
            <a:blip xmlns:r="http://schemas.openxmlformats.org/officeDocument/2006/relationships" r:embed="Rd54527dad73d4b39">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Footer Placeholder 5">
            <a:extLst xmlns:a="http://schemas.openxmlformats.org/drawingml/2006/main">
              <a:ext uri="{FF2B5EF4-FFF2-40B4-BE49-F238E27FC236}">
                <a16:creationId xmlns:a16="http://schemas.microsoft.com/office/drawing/2014/main" id="{485E715F-A05B-F2BC-ABF4-447E9B58E0C2}"/>
              </a:ext>
            </a:extLst>
          </p:cNvPr>
          <p:cNvSpPr>
            <a:spLocks xmlns:a="http://schemas.openxmlformats.org/drawingml/2006/main" noGrp="1"/>
          </p:cNvSpPr>
          <p:nvPr>
            <p:ph type="ftr" idx="15"/>
          </p:nvPr>
        </p:nvSpPr>
        <p:spPr>
          <a:xfrm xmlns:a="http://schemas.openxmlformats.org/drawingml/2006/main" rot="16200000">
            <a:off x="-499001" y="5684309"/>
            <a:ext cx="1709209" cy="365125"/>
          </a:xfrm>
        </p:spPr>
        <p:txBody>
          <a:bodyPr xmlns:a="http://schemas.openxmlformats.org/drawingml/2006/main"/>
          <a:lstStyle xmlns:a="http://schemas.openxmlformats.org/drawingml/2006/main"/>
          <a:p xmlns:a="http://schemas.openxmlformats.org/drawingml/2006/main">
            <a:endParaRPr/>
          </a:p>
        </p:txBody>
      </p:sp>
      <p:sp>
        <p:nvSpPr>
          <p:cNvPr id="4" name="Content Placeholder 7">
            <a:extLst xmlns:a="http://schemas.openxmlformats.org/drawingml/2006/main">
              <a:ext uri="{FF2B5EF4-FFF2-40B4-BE49-F238E27FC236}">
                <a16:creationId xmlns:a16="http://schemas.microsoft.com/office/drawing/2014/main" id="{C3D15418-1E32-0501-0E66-54FC2DD08E39}"/>
              </a:ext>
            </a:extLst>
          </p:cNvPr>
          <p:cNvSpPr>
            <a:spLocks xmlns:a="http://schemas.openxmlformats.org/drawingml/2006/main" noGrp="1"/>
          </p:cNvSpPr>
          <p:nvPr>
            <p:ph idx="14"/>
          </p:nvPr>
        </p:nvSpPr>
        <p:spPr>
          <a:xfrm xmlns:a="http://schemas.openxmlformats.org/drawingml/2006/main">
            <a:off x="4846320" y="5012267"/>
            <a:ext cx="6400800" cy="1390330"/>
          </a:xfrm>
        </p:spPr>
        <p:txBody>
          <a:bodyPr xmlns:a="http://schemas.openxmlformats.org/drawingml/2006/main">
            <a:noAutofit/>
          </a:bodyPr>
          <a:lstStyle xmlns:a="http://schemas.openxmlformats.org/drawingml/2006/main">
            <a:lvl1pPr marL="0" indent="0">
              <a:buFont typeface="Arial"/>
              <a:buNone/>
              <a:defRPr sz="1800">
                <a:solidFill>
                  <a:schemeClr val="tx1"/>
                </a:solidFill>
              </a:defRPr>
            </a:lvl1pPr>
            <a:lvl2pPr marL="228600" indent="0">
              <a:buFont typeface="Arial"/>
              <a:buNone/>
              <a:defRPr sz="1600">
                <a:solidFill>
                  <a:schemeClr val="tx1"/>
                </a:solidFill>
              </a:defRPr>
            </a:lvl2pPr>
            <a:lvl3pPr marL="457200" indent="0">
              <a:buFont typeface="Arial"/>
              <a:buNone/>
              <a:defRPr sz="1400">
                <a:solidFill>
                  <a:schemeClr val="tx1"/>
                </a:solidFill>
              </a:defRPr>
            </a:lvl3pPr>
            <a:lvl4pPr marL="685800" indent="0">
              <a:buFont typeface="Arial"/>
              <a:buNone/>
              <a:defRPr sz="1200">
                <a:solidFill>
                  <a:schemeClr val="tx1"/>
                </a:solidFill>
              </a:defRPr>
            </a:lvl4pPr>
            <a:lvl5pPr marL="914400" indent="0">
              <a:buFont typeface="Arial"/>
              <a:buNone/>
              <a:defRPr sz="11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rot="5400000">
            <a:off x="11173959" y="5435073"/>
            <a:ext cx="1210734"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83510BB4-E6C1-4F47-AF62-48F5992FB4A1}"/>
              </a:ext>
            </a:extLst>
          </p:cNvPr>
          <p:cNvSpPr>
            <a:spLocks xmlns:a="http://schemas.openxmlformats.org/drawingml/2006/main" noGrp="1"/>
          </p:cNvSpPr>
          <p:nvPr/>
        </p:nvSpPr>
        <p:spPr>
          <a:xfrm xmlns:a="http://schemas.openxmlformats.org/drawingml/2006/main" flipH="1">
            <a:off x="0" y="463823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7.xml><?xml version="1.0" encoding="utf-8"?>
<p:sldLayout xmlns:p="http://schemas.openxmlformats.org/presentationml/2006/main" showMasterSp="0" preserve="1">
  <p:cSld name="Content with Picture 8">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640080" y="4882896"/>
            <a:ext cx="3657603" cy="1453896"/>
          </a:xfrm>
        </p:spPr>
        <p:txBody>
          <a:bodyPr xmlns:a="http://schemas.openxmlformats.org/drawingml/2006/main" anchor="t">
            <a:norm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15">
            <a:extLst xmlns:a="http://schemas.openxmlformats.org/drawingml/2006/main">
              <a:ext uri="{FF2B5EF4-FFF2-40B4-BE49-F238E27FC236}">
                <a16:creationId xmlns:a16="http://schemas.microsoft.com/office/drawing/2014/main" id="{838F5DE0-1AA8-5320-EBEC-7B2EEF399630}"/>
              </a:ext>
            </a:extLst>
          </p:cNvPr>
          <p:cNvSpPr>
            <a:spLocks xmlns:a="http://schemas.openxmlformats.org/drawingml/2006/main" noGrp="1"/>
          </p:cNvSpPr>
          <p:nvPr>
            <p:ph type="pic" idx="13" hasCustomPrompt="1"/>
          </p:nvPr>
        </p:nvSpPr>
        <p:spPr>
          <a:xfrm xmlns:a="http://schemas.openxmlformats.org/drawingml/2006/main">
            <a:off x="731520" y="548642"/>
            <a:ext cx="3490175" cy="4041647"/>
          </a:xfrm>
          <a:custGeom xmlns:a="http://schemas.openxmlformats.org/drawingml/2006/main">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xmlns:a="http://schemas.openxmlformats.org/drawingml/2006/main" rotWithShape="1">
            <a:blip xmlns:r="http://schemas.openxmlformats.org/officeDocument/2006/relationships" r:embed="Rd96ff036cb154072">
              <a:alphaModFix amt="81000"/>
            </a:blip>
            <a:srcRect l="0" t="0" r="0" b="0"/>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4" name="Content Placeholder 7">
            <a:extLst xmlns:a="http://schemas.openxmlformats.org/drawingml/2006/main">
              <a:ext uri="{FF2B5EF4-FFF2-40B4-BE49-F238E27FC236}">
                <a16:creationId xmlns:a16="http://schemas.microsoft.com/office/drawing/2014/main" id="{83F7B03F-5EDA-605B-1A2E-F48896E48939}"/>
              </a:ext>
            </a:extLst>
          </p:cNvPr>
          <p:cNvSpPr>
            <a:spLocks xmlns:a="http://schemas.openxmlformats.org/drawingml/2006/main" noGrp="1"/>
          </p:cNvSpPr>
          <p:nvPr>
            <p:ph idx="14"/>
          </p:nvPr>
        </p:nvSpPr>
        <p:spPr>
          <a:xfrm xmlns:a="http://schemas.openxmlformats.org/drawingml/2006/main">
            <a:off x="4937760" y="549275"/>
            <a:ext cx="6561138" cy="57594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C1528FA0-6BF5-4DCD-AFDA-A095C72A186D}"/>
              </a:ext>
            </a:extLst>
          </p:cNvPr>
          <p:cNvSpPr>
            <a:spLocks xmlns:a="http://schemas.openxmlformats.org/drawingml/2006/main" noGrp="1"/>
          </p:cNvSpPr>
          <p:nvPr/>
        </p:nvSpPr>
        <p:spPr>
          <a:xfrm xmlns:a="http://schemas.openxmlformats.org/drawingml/2006/main">
            <a:off x="4646117"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8.xml><?xml version="1.0" encoding="utf-8"?>
<p:sldLayout xmlns:p="http://schemas.openxmlformats.org/presentationml/2006/main" showMasterSp="0" preserve="1">
  <p:cSld name="Content with Picture 9">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18164" y="559341"/>
            <a:ext cx="10755670" cy="932688"/>
          </a:xfrm>
        </p:spPr>
        <p:txBody>
          <a:bodyPr xmlns:a="http://schemas.openxmlformats.org/drawingml/2006/main" anchor="b"/>
          <a:lstStyle xmlns:a="http://schemas.openxmlformats.org/drawingml/2006/main"/>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3C89FBB9-2C05-A4C1-ECB4-D6A5C4219E4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4">
            <a:extLst xmlns:a="http://schemas.openxmlformats.org/drawingml/2006/main">
              <a:ext uri="{FF2B5EF4-FFF2-40B4-BE49-F238E27FC236}">
                <a16:creationId xmlns:a16="http://schemas.microsoft.com/office/drawing/2014/main" id="{BBB07A11-50DE-6BC0-0514-6E2C14A47985}"/>
              </a:ext>
            </a:extLst>
          </p:cNvPr>
          <p:cNvSpPr>
            <a:spLocks xmlns:a="http://schemas.openxmlformats.org/drawingml/2006/main" noGrp="1"/>
          </p:cNvSpPr>
          <p:nvPr>
            <p:ph type="dt" idx="15"/>
          </p:nvPr>
        </p:nvSpPr>
        <p:spPr>
          <a:xfrm xmlns:a="http://schemas.openxmlformats.org/drawingml/2006/main" rot="16200000" flipH="1">
            <a:off x="-997746" y="4594946"/>
            <a:ext cx="2706690"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6">
            <a:extLst xmlns:a="http://schemas.openxmlformats.org/drawingml/2006/main">
              <a:ext uri="{FF2B5EF4-FFF2-40B4-BE49-F238E27FC236}">
                <a16:creationId xmlns:a16="http://schemas.microsoft.com/office/drawing/2014/main" id="{03ED5F49-F9F7-05A9-62AC-C9C8DF2EADE8}"/>
              </a:ext>
            </a:extLst>
          </p:cNvPr>
          <p:cNvSpPr>
            <a:spLocks xmlns:a="http://schemas.openxmlformats.org/drawingml/2006/main" noGrp="1"/>
          </p:cNvSpPr>
          <p:nvPr>
            <p:ph type="sldNum" idx="17"/>
          </p:nvPr>
        </p:nvSpPr>
        <p:spPr>
          <a:xfrm xmlns:a="http://schemas.openxmlformats.org/drawingml/2006/main">
            <a:off x="88569" y="6264201"/>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11200" y="1713652"/>
            <a:ext cx="4387012" cy="461294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Picture Placeholder 11">
            <a:extLst xmlns:a="http://schemas.openxmlformats.org/drawingml/2006/main">
              <a:ext uri="{FF2B5EF4-FFF2-40B4-BE49-F238E27FC236}">
                <a16:creationId xmlns:a16="http://schemas.microsoft.com/office/drawing/2014/main" id="{96F64025-FA05-CC42-8294-F944BC95DD00}"/>
              </a:ext>
            </a:extLst>
          </p:cNvPr>
          <p:cNvSpPr>
            <a:spLocks xmlns:a="http://schemas.openxmlformats.org/drawingml/2006/main" noGrp="1"/>
          </p:cNvSpPr>
          <p:nvPr>
            <p:ph type="pic" idx="13" hasCustomPrompt="1"/>
          </p:nvPr>
        </p:nvSpPr>
        <p:spPr>
          <a:xfrm xmlns:a="http://schemas.openxmlformats.org/drawingml/2006/main">
            <a:off x="5658927" y="1713653"/>
            <a:ext cx="6533071" cy="5144347"/>
          </a:xfrm>
          <a:custGeom xmlns:a="http://schemas.openxmlformats.org/drawingml/2006/main">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rect l="l" t="t" r="r" b="b"/>
            <a:pathLst>
              <a:path w="6460672" h="5029200">
                <a:moveTo>
                  <a:pt x="0" y="0"/>
                </a:moveTo>
                <a:lnTo>
                  <a:pt x="6460672" y="0"/>
                </a:lnTo>
                <a:lnTo>
                  <a:pt x="6460672" y="5029200"/>
                </a:lnTo>
                <a:lnTo>
                  <a:pt x="0" y="5029200"/>
                </a:lnTo>
                <a:close/>
              </a:path>
            </a:pathLst>
          </a:custGeom>
          <a:blipFill xmlns:a="http://schemas.openxmlformats.org/drawingml/2006/main">
            <a:blip xmlns:r="http://schemas.openxmlformats.org/officeDocument/2006/relationships" r:embed="Rac5854e648934820">
              <a:alphaModFix amt="70000"/>
            </a:blip>
            <a:stretch>
              <a:fillRect l="0" t="0" r="0" b="0"/>
            </a:stretch>
          </a:blipFill>
        </p:spPr>
        <p:txBody>
          <a:bodyPr xmlns:a="http://schemas.openxmlformats.org/drawingml/2006/main" vert="horz" wrap="square" lIns="91440" tIns="45720" rIns="91440" bIns="45720">
            <a:noAutofit/>
          </a:bodyPr>
          <a:lstStyle xmlns:a="http://schemas.openxmlformats.org/drawingml/2006/main">
            <a:lvl1pPr marL="0" indent="0">
              <a:buFont typeface="Arial"/>
              <a:buNone/>
              <a:defRPr/>
            </a:lvl1pPr>
          </a:lstStyle>
          <a:p xmlns:a="http://schemas.openxmlformats.org/drawingml/2006/main">
            <a:pPr marL="285750" lvl="0" indent="-285750">
              <a:buNone/>
            </a:pPr>
            <a:r>
              <a:t> </a:t>
            </a:r>
          </a:p>
        </p:txBody>
      </p:sp>
    </p:spTree>
  </p:cSld>
</p:sldLayout>
</file>

<file path=ppt/slideLayouts/slideLayout49.xml><?xml version="1.0" encoding="utf-8"?>
<p:sldLayout xmlns:p="http://schemas.openxmlformats.org/presentationml/2006/main" showMasterSp="0" preserve="1">
  <p:cSld name="Number Larg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B7BBF55A-D91F-143D-FBB6-73995F00EAC2}"/>
              </a:ext>
            </a:extLst>
          </p:cNvPr>
          <p:cNvSpPr>
            <a:spLocks xmlns:a="http://schemas.openxmlformats.org/drawingml/2006/main" noGrp="1"/>
          </p:cNvSpPr>
          <p:nvPr>
            <p:ph type="title" idx="0"/>
          </p:nvPr>
        </p:nvSpPr>
        <p:spPr>
          <a:xfrm xmlns:a="http://schemas.openxmlformats.org/drawingml/2006/main">
            <a:off x="2057400" y="4937761"/>
            <a:ext cx="6987537" cy="1353312"/>
          </a:xfrm>
        </p:spPr>
        <p:txBody>
          <a:bodyPr xmlns:a="http://schemas.openxmlformats.org/drawingml/2006/main" anchor="t">
            <a:normAutofit/>
          </a:bodyPr>
          <a:lstStyle xmlns:a="http://schemas.openxmlformats.org/drawingml/2006/main">
            <a:lvl1pPr>
              <a:lnSpc>
                <a:spcPct val="110000"/>
              </a:lnSpc>
              <a:spcBef>
                <a:spcPts val="1000"/>
              </a:spcBef>
              <a:buNone/>
              <a:defRPr sz="2800" cap="none" baseline="0">
                <a:latin typeface="Manrope"/>
                <a:ea typeface="Manrope"/>
                <a:cs typeface="Manrop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072A4B4E-0B2F-F1BB-322A-713D1FB5F2FE}"/>
              </a:ext>
            </a:extLst>
          </p:cNvPr>
          <p:cNvSpPr>
            <a:spLocks xmlns:a="http://schemas.openxmlformats.org/drawingml/2006/main" noGrp="1"/>
          </p:cNvSpPr>
          <p:nvPr>
            <p:ph idx="13" hasCustomPrompt="1"/>
          </p:nvPr>
        </p:nvSpPr>
        <p:spPr>
          <a:xfrm xmlns:a="http://schemas.openxmlformats.org/drawingml/2006/main">
            <a:off x="2057400" y="549021"/>
            <a:ext cx="9455150" cy="4333875"/>
          </a:xfrm>
        </p:spPr>
        <p:txBody>
          <a:bodyPr xmlns:a="http://schemas.openxmlformats.org/drawingml/2006/main" anchor="b">
            <a:normAutofit/>
          </a:bodyPr>
          <a:lstStyle xmlns:a="http://schemas.openxmlformats.org/drawingml/2006/main">
            <a:lvl1pPr>
              <a:buNone/>
              <a:defRPr sz="23200">
                <a:latin typeface="Manrope"/>
                <a:ea typeface="Manrope"/>
                <a:cs typeface="Manrope"/>
              </a:defRPr>
            </a:lvl1pPr>
          </a:lstStyle>
          <a:p xmlns:a="http://schemas.openxmlformats.org/drawingml/2006/main">
            <a:pPr lvl="0">
              <a:buNone/>
            </a:pPr>
            <a:r>
              <a:t>##%</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6">
            <a:extLst xmlns:a="http://schemas.openxmlformats.org/drawingml/2006/main">
              <a:ext uri="{FF2B5EF4-FFF2-40B4-BE49-F238E27FC236}">
                <a16:creationId xmlns:a16="http://schemas.microsoft.com/office/drawing/2014/main" id="{934F9FCA-D0D5-4DBA-895A-1EE27A105227}"/>
              </a:ext>
            </a:extLst>
          </p:cNvPr>
          <p:cNvSpPr>
            <a:spLocks xmlns:a="http://schemas.openxmlformats.org/drawingml/2006/main" noGrp="1"/>
          </p:cNvSpPr>
          <p:nvPr/>
        </p:nvSpPr>
        <p:spPr>
          <a:xfrm xmlns:a="http://schemas.openxmlformats.org/drawingml/2006/main" flipV="1">
            <a:off x="137160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50.xml><?xml version="1.0" encoding="utf-8"?>
<p:sldLayout xmlns:p="http://schemas.openxmlformats.org/presentationml/2006/main" showMasterSp="0" preserve="1">
  <p:cSld name="Statem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7221EB5-8556-FBD7-00D5-D69AC8E7E73A}"/>
              </a:ext>
            </a:extLst>
          </p:cNvPr>
          <p:cNvSpPr>
            <a:spLocks xmlns:a="http://schemas.openxmlformats.org/drawingml/2006/main" noGrp="1"/>
          </p:cNvSpPr>
          <p:nvPr>
            <p:ph type="title" idx="0" hasCustomPrompt="1"/>
          </p:nvPr>
        </p:nvSpPr>
        <p:spPr>
          <a:xfrm xmlns:a="http://schemas.openxmlformats.org/drawingml/2006/main">
            <a:off x="612648" y="-1228126"/>
            <a:ext cx="10652760" cy="1133856"/>
          </a:xfrm>
        </p:spPr>
        <p:txBody>
          <a:bodyPr xmlns:a="http://schemas.openxmlformats.org/drawingml/2006/main"/>
          <a:lstStyle xmlns:a="http://schemas.openxmlformats.org/drawingml/2006/main">
            <a:lvl1pPr>
              <a:buNone/>
              <a:defRPr cap="none" baseline="0">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3D56E87B-2252-4382-E6E7-15A81BCC8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6">
            <a:extLst xmlns:a="http://schemas.openxmlformats.org/drawingml/2006/main">
              <a:ext uri="{FF2B5EF4-FFF2-40B4-BE49-F238E27FC236}">
                <a16:creationId xmlns:a16="http://schemas.microsoft.com/office/drawing/2014/main" id="{EAA4897F-B66E-DAD4-F56C-6152B417CC54}"/>
              </a:ext>
            </a:extLst>
          </p:cNvPr>
          <p:cNvSpPr>
            <a:spLocks xmlns:a="http://schemas.openxmlformats.org/drawingml/2006/main" noGrp="1"/>
          </p:cNvSpPr>
          <p:nvPr>
            <p:ph idx="13" hasCustomPrompt="1"/>
          </p:nvPr>
        </p:nvSpPr>
        <p:spPr>
          <a:xfrm xmlns:a="http://schemas.openxmlformats.org/drawingml/2006/main">
            <a:off x="2624138" y="2268748"/>
            <a:ext cx="6943724" cy="3954255"/>
          </a:xfrm>
        </p:spPr>
        <p:txBody>
          <a:bodyPr xmlns:a="http://schemas.openxmlformats.org/drawingml/2006/main" anchor="ctr">
            <a:noAutofit/>
          </a:bodyPr>
          <a:lstStyle xmlns:a="http://schemas.openxmlformats.org/drawingml/2006/main">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xmlns:a="http://schemas.openxmlformats.org/drawingml/2006/main">
            <a:pPr lvl="0">
              <a:buNone/>
            </a:pPr>
            <a:r>
              <a:t>Click to add Statement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2">
            <a:extLst xmlns:a="http://schemas.openxmlformats.org/drawingml/2006/main">
              <a:ext uri="{FF2B5EF4-FFF2-40B4-BE49-F238E27FC236}">
                <a16:creationId xmlns:a16="http://schemas.microsoft.com/office/drawing/2014/main" id="{67F688C7-1128-9027-65E4-A17BBE7DD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4">
            <a:extLst xmlns:a="http://schemas.openxmlformats.org/drawingml/2006/main">
              <a:ext uri="{FF2B5EF4-FFF2-40B4-BE49-F238E27FC236}">
                <a16:creationId xmlns:a16="http://schemas.microsoft.com/office/drawing/2014/main" id="{8C1C6A68-1AC4-7B10-CD66-D67327434E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Freeform: Shape 15">
            <a:extLst xmlns:a="http://schemas.openxmlformats.org/drawingml/2006/main">
              <a:ext uri="{FF2B5EF4-FFF2-40B4-BE49-F238E27FC236}">
                <a16:creationId xmlns:a16="http://schemas.microsoft.com/office/drawing/2014/main" id="{8EFA7EFC-C6F9-B1D5-025F-824C1CE9A204}"/>
              </a:ext>
            </a:extLst>
          </p:cNvPr>
          <p:cNvSpPr>
            <a:spLocks xmlns:a="http://schemas.openxmlformats.org/drawingml/2006/main" noGrp="1"/>
          </p:cNvSpPr>
          <p:nvPr/>
        </p:nvSpPr>
        <p:spPr>
          <a:xfrm xmlns:a="http://schemas.openxmlformats.org/drawingml/2006/main" rot="16200000">
            <a:off x="3057205" y="-1430380"/>
            <a:ext cx="6077590"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Tree>
  </p:cSld>
</p:sldLayout>
</file>

<file path=ppt/slideLayouts/slideLayout51.xml><?xml version="1.0" encoding="utf-8"?>
<p:sldLayout xmlns:p="http://schemas.openxmlformats.org/presentationml/2006/main" showMasterSp="0" preserve="1">
  <p:cSld name="Quot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16D87B9B-22A3-322E-B7E8-223255AD0957}"/>
              </a:ext>
            </a:extLst>
          </p:cNvPr>
          <p:cNvSpPr>
            <a:spLocks xmlns:a="http://schemas.openxmlformats.org/drawingml/2006/main" noGrp="1"/>
          </p:cNvSpPr>
          <p:nvPr>
            <p:ph type="title" idx="0" hasCustomPrompt="1"/>
          </p:nvPr>
        </p:nvSpPr>
        <p:spPr>
          <a:xfrm xmlns:a="http://schemas.openxmlformats.org/drawingml/2006/main">
            <a:off x="2940168" y="5669280"/>
            <a:ext cx="6311664" cy="466344"/>
          </a:xfrm>
        </p:spPr>
        <p:txBody>
          <a:bodyPr xmlns:a="http://schemas.openxmlformats.org/drawingml/2006/main" anchor="ctr">
            <a:normAutofit/>
          </a:bodyPr>
          <a:lstStyle xmlns:a="http://schemas.openxmlformats.org/drawingml/2006/main">
            <a:lvl1pPr algn="ctr">
              <a:lnSpc>
                <a:spcPct val="110000"/>
              </a:lnSpc>
              <a:spcBef>
                <a:spcPts val="1000"/>
              </a:spcBef>
              <a:buNone/>
              <a:defRPr sz="1800" cap="all" baseline="0">
                <a:latin typeface="Manrope"/>
                <a:ea typeface="Manrope"/>
                <a:cs typeface="Manrope"/>
              </a:defRPr>
            </a:lvl1pPr>
          </a:lstStyle>
          <a:p xmlns:a="http://schemas.openxmlformats.org/drawingml/2006/main">
            <a:r>
              <a:t>Quote Author</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6A9BC83F-8FE5-5223-2B3A-6E122D336309}"/>
              </a:ext>
            </a:extLst>
          </p:cNvPr>
          <p:cNvSpPr>
            <a:spLocks xmlns:a="http://schemas.openxmlformats.org/drawingml/2006/main" noGrp="1"/>
          </p:cNvSpPr>
          <p:nvPr>
            <p:ph idx="13" hasCustomPrompt="1"/>
          </p:nvPr>
        </p:nvSpPr>
        <p:spPr>
          <a:xfrm xmlns:a="http://schemas.openxmlformats.org/drawingml/2006/main">
            <a:off x="2597135" y="1744578"/>
            <a:ext cx="6997730" cy="3507906"/>
          </a:xfrm>
        </p:spPr>
        <p:txBody>
          <a:bodyPr xmlns:a="http://schemas.openxmlformats.org/drawingml/2006/main" anchor="b">
            <a:normAutofit/>
          </a:bodyPr>
          <a:lstStyle xmlns:a="http://schemas.openxmlformats.org/drawingml/2006/main">
            <a:lvl1pPr algn="ctr">
              <a:lnSpc>
                <a:spcPct val="100000"/>
              </a:lnSpc>
              <a:spcBef>
                <a:spcPts val="0"/>
              </a:spcBef>
              <a:buNone/>
              <a:defRPr sz="6000" cap="all" baseline="0">
                <a:latin typeface="Manrope"/>
                <a:ea typeface="Manrope"/>
                <a:cs typeface="Manrope"/>
              </a:defRPr>
            </a:lvl1pPr>
          </a:lstStyle>
          <a:p xmlns:a="http://schemas.openxmlformats.org/drawingml/2006/main">
            <a:pPr lvl="0">
              <a:buNone/>
            </a:pPr>
            <a:r>
              <a:t>Click to add Quote</a:t>
            </a:r>
          </a:p>
        </p:txBody>
      </p:sp>
      <p:sp>
        <p:nvSpPr>
          <p:cNvPr id="4" name="Freeform: Shape 15">
            <a:extLst xmlns:a="http://schemas.openxmlformats.org/drawingml/2006/main">
              <a:ext uri="{FF2B5EF4-FFF2-40B4-BE49-F238E27FC236}">
                <a16:creationId xmlns:a16="http://schemas.microsoft.com/office/drawing/2014/main" id="{9F353A57-FA3C-A68C-4908-E774A52CB1B6}"/>
              </a:ext>
            </a:extLst>
          </p:cNvPr>
          <p:cNvSpPr>
            <a:spLocks xmlns:a="http://schemas.openxmlformats.org/drawingml/2006/main" noGrp="1"/>
          </p:cNvSpPr>
          <p:nvPr/>
        </p:nvSpPr>
        <p:spPr>
          <a:xfrm xmlns:a="http://schemas.openxmlformats.org/drawingml/2006/main" rot="16200000">
            <a:off x="2811380" y="-1681974"/>
            <a:ext cx="6569242"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
        <p:nvSpPr>
          <p:cNvPr id="5"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2.xml><?xml version="1.0" encoding="utf-8"?>
<p:sldLayout xmlns:p="http://schemas.openxmlformats.org/presentationml/2006/main" preserve="1">
  <p:cSld name="Two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3">
            <a:extLst xmlns:a="http://schemas.openxmlformats.org/drawingml/2006/main">
              <a:ext uri="{FF2B5EF4-FFF2-40B4-BE49-F238E27FC236}">
                <a16:creationId xmlns:a16="http://schemas.microsoft.com/office/drawing/2014/main" id="{2172FE6B-A4D8-8ED7-89D7-5E7F2C5B8F5F}"/>
              </a:ext>
            </a:extLst>
          </p:cNvPr>
          <p:cNvSpPr>
            <a:spLocks xmlns:a="http://schemas.openxmlformats.org/drawingml/2006/main" noGrp="1"/>
          </p:cNvSpPr>
          <p:nvPr>
            <p:ph idx="15"/>
          </p:nvPr>
        </p:nvSpPr>
        <p:spPr>
          <a:xfrm xmlns:a="http://schemas.openxmlformats.org/drawingml/2006/main">
            <a:off x="731838" y="2103438"/>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6405AE-ED31-677D-86D8-01EAD583735E}"/>
              </a:ext>
            </a:extLst>
          </p:cNvPr>
          <p:cNvSpPr>
            <a:spLocks xmlns:a="http://schemas.openxmlformats.org/drawingml/2006/main" noGrp="1"/>
          </p:cNvSpPr>
          <p:nvPr>
            <p:ph idx="16"/>
          </p:nvPr>
        </p:nvSpPr>
        <p:spPr>
          <a:xfrm xmlns:a="http://schemas.openxmlformats.org/drawingml/2006/main">
            <a:off x="6284947" y="2103121"/>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3.xml><?xml version="1.0" encoding="utf-8"?>
<p:sldLayout xmlns:p="http://schemas.openxmlformats.org/presentationml/2006/main" preserve="1">
  <p:cSld name="Comparison">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485A6F3D-6630-C2E0-DC0A-6D2C0AACFF58}"/>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7">
            <a:extLst xmlns:a="http://schemas.openxmlformats.org/drawingml/2006/main">
              <a:ext uri="{FF2B5EF4-FFF2-40B4-BE49-F238E27FC236}">
                <a16:creationId xmlns:a16="http://schemas.microsoft.com/office/drawing/2014/main" id="{949D76D8-9033-26CF-BF4C-AECCC685C1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61CD26D4-290A-F0ED-7D62-41EDA6FEC2B9}"/>
              </a:ext>
            </a:extLst>
          </p:cNvPr>
          <p:cNvSpPr>
            <a:spLocks xmlns:a="http://schemas.openxmlformats.org/drawingml/2006/main" noGrp="1"/>
          </p:cNvSpPr>
          <p:nvPr>
            <p:ph type="body" idx="1"/>
          </p:nvPr>
        </p:nvSpPr>
        <p:spPr>
          <a:xfrm xmlns:a="http://schemas.openxmlformats.org/drawingml/2006/main">
            <a:off x="731520" y="2103120"/>
            <a:ext cx="5157787"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C38DBB1-A1FA-A460-88C8-B05F1570CA97}"/>
              </a:ext>
            </a:extLst>
          </p:cNvPr>
          <p:cNvSpPr>
            <a:spLocks xmlns:a="http://schemas.openxmlformats.org/drawingml/2006/main" noGrp="1"/>
          </p:cNvSpPr>
          <p:nvPr>
            <p:ph idx="15"/>
          </p:nvPr>
        </p:nvSpPr>
        <p:spPr>
          <a:xfrm xmlns:a="http://schemas.openxmlformats.org/drawingml/2006/main">
            <a:off x="731838" y="2743200"/>
            <a:ext cx="5157187"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6536620-C4F3-EEC3-DBF1-05196B1CBB55}"/>
              </a:ext>
            </a:extLst>
          </p:cNvPr>
          <p:cNvSpPr>
            <a:spLocks xmlns:a="http://schemas.openxmlformats.org/drawingml/2006/main" noGrp="1"/>
          </p:cNvSpPr>
          <p:nvPr>
            <p:ph type="body" idx="3"/>
          </p:nvPr>
        </p:nvSpPr>
        <p:spPr>
          <a:xfrm xmlns:a="http://schemas.openxmlformats.org/drawingml/2006/main">
            <a:off x="6309360" y="2103120"/>
            <a:ext cx="5183188"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3">
            <a:extLst xmlns:a="http://schemas.openxmlformats.org/drawingml/2006/main">
              <a:ext uri="{FF2B5EF4-FFF2-40B4-BE49-F238E27FC236}">
                <a16:creationId xmlns:a16="http://schemas.microsoft.com/office/drawing/2014/main" id="{82D763CC-A010-6A2B-FEF3-388EAC8417D7}"/>
              </a:ext>
            </a:extLst>
          </p:cNvPr>
          <p:cNvSpPr>
            <a:spLocks xmlns:a="http://schemas.openxmlformats.org/drawingml/2006/main" noGrp="1"/>
          </p:cNvSpPr>
          <p:nvPr>
            <p:ph idx="16"/>
          </p:nvPr>
        </p:nvSpPr>
        <p:spPr>
          <a:xfrm xmlns:a="http://schemas.openxmlformats.org/drawingml/2006/main">
            <a:off x="6309361" y="2743200"/>
            <a:ext cx="5183188"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3B3581-658A-8487-F9CB-E79F2BFF27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8" name="Slide Number Placeholder 8">
            <a:extLst xmlns:a="http://schemas.openxmlformats.org/drawingml/2006/main">
              <a:ext uri="{FF2B5EF4-FFF2-40B4-BE49-F238E27FC236}">
                <a16:creationId xmlns:a16="http://schemas.microsoft.com/office/drawing/2014/main" id="{E02A06B8-CC1D-542F-D8EB-7625046B91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4.xml><?xml version="1.0" encoding="utf-8"?>
<p:sldLayout xmlns:p="http://schemas.openxmlformats.org/presentationml/2006/main" preserve="1">
  <p:cSld name="Title Only ">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0796BC8-E1B7-E6D6-E86F-4A5CAECDFEFC}"/>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6B968DDD-323F-89A1-84E3-DDBA626D93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2">
            <a:extLst xmlns:a="http://schemas.openxmlformats.org/drawingml/2006/main">
              <a:ext uri="{FF2B5EF4-FFF2-40B4-BE49-F238E27FC236}">
                <a16:creationId xmlns:a16="http://schemas.microsoft.com/office/drawing/2014/main" id="{E89E8268-7232-2944-F1BD-399F9419B5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4">
            <a:extLst xmlns:a="http://schemas.openxmlformats.org/drawingml/2006/main">
              <a:ext uri="{FF2B5EF4-FFF2-40B4-BE49-F238E27FC236}">
                <a16:creationId xmlns:a16="http://schemas.microsoft.com/office/drawing/2014/main" id="{98FBDC76-671D-1671-DCE2-D5658BD40E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5.xml><?xml version="1.0" encoding="utf-8"?>
<p:sldLayout xmlns:p="http://schemas.openxmlformats.org/presentationml/2006/main" showMasterSp="0" type="blank" preserve="1">
  <p:cSld name="Empty">
    <p:spTree>
      <p:nvGrpSpPr>
        <p:cNvPr id="1" name=""/>
        <p:cNvGrpSpPr/>
        <p:nvPr/>
      </p:nvGrpSpPr>
      <p:grpSpPr>
        <a:xfrm xmlns:a="http://schemas.openxmlformats.org/drawingml/2006/main"/>
      </p:grpSpPr>
      <p:sp>
        <p:nvSpPr>
          <p:cNvPr id="4" name="Footer Placeholder 2">
            <a:extLst xmlns:a="http://schemas.openxmlformats.org/drawingml/2006/main">
              <a:ext uri="{FF2B5EF4-FFF2-40B4-BE49-F238E27FC236}">
                <a16:creationId xmlns:a16="http://schemas.microsoft.com/office/drawing/2014/main" id="{10EAA6C9-A7F3-19F1-D17C-A1D83FAF55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2" name="Date Placeholder 1">
            <a:extLst xmlns:a="http://schemas.openxmlformats.org/drawingml/2006/main">
              <a:ext uri="{FF2B5EF4-FFF2-40B4-BE49-F238E27FC236}">
                <a16:creationId xmlns:a16="http://schemas.microsoft.com/office/drawing/2014/main" id="{49BC4D82-0182-501C-9231-467676804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3" name="Slide Number Placeholder 3">
            <a:extLst xmlns:a="http://schemas.openxmlformats.org/drawingml/2006/main">
              <a:ext uri="{FF2B5EF4-FFF2-40B4-BE49-F238E27FC236}">
                <a16:creationId xmlns:a16="http://schemas.microsoft.com/office/drawing/2014/main" id="{34EBB816-1B94-116F-92D4-6043AE9E0C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6.xml><?xml version="1.0" encoding="utf-8"?>
<p:sldLayout xmlns:p="http://schemas.openxmlformats.org/presentationml/2006/main" showMasterSp="0" preserve="1">
  <p:cSld name="Conclusion">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841248" y="457200"/>
            <a:ext cx="7342307" cy="1133856"/>
          </a:xfrm>
          <a:prstGeom xmlns:a="http://schemas.openxmlformats.org/drawingml/2006/main" prst="rect">
            <a:avLst/>
          </a:prstGeom>
          <a:noFill xmlns:a="http://schemas.openxmlformats.org/drawingml/2006/main"/>
        </p:spPr>
        <p:txBody>
          <a:bodyPr xmlns:a="http://schemas.openxmlformats.org/drawingml/2006/main" anchor="b">
            <a:noAutofit/>
          </a:bodyPr>
          <a:lstStyle xmlns:a="http://schemas.openxmlformats.org/drawingml/2006/main">
            <a:lvl1pPr>
              <a:buNone/>
              <a:defRPr sz="60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C7E1FCC9-2D1D-9C6B-8C9A-E3D0A77DBEF0}"/>
              </a:ext>
            </a:extLst>
          </p:cNvPr>
          <p:cNvSpPr>
            <a:spLocks xmlns:a="http://schemas.openxmlformats.org/drawingml/2006/main" noGrp="1"/>
          </p:cNvSpPr>
          <p:nvPr>
            <p:ph idx="13"/>
          </p:nvPr>
        </p:nvSpPr>
        <p:spPr>
          <a:xfrm xmlns:a="http://schemas.openxmlformats.org/drawingml/2006/main">
            <a:off x="841248" y="2624328"/>
            <a:ext cx="10424160" cy="32004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7.xml><?xml version="1.0" encoding="utf-8"?>
<p:sldLayout xmlns:p="http://schemas.openxmlformats.org/presentationml/2006/main" preserve="1">
  <p:cSld name="Conclusion 2">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CE8CC034-C652-239B-0064-9B0543AC25C5}"/>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051F68D-E2E5-C625-0273-281CE6D4939F}"/>
              </a:ext>
            </a:extLst>
          </p:cNvPr>
          <p:cNvSpPr>
            <a:spLocks xmlns:a="http://schemas.openxmlformats.org/drawingml/2006/main" noGrp="1"/>
          </p:cNvSpPr>
          <p:nvPr>
            <p:ph idx="13"/>
          </p:nvPr>
        </p:nvSpPr>
        <p:spPr>
          <a:xfrm xmlns:a="http://schemas.openxmlformats.org/drawingml/2006/main">
            <a:off x="731520" y="2301836"/>
            <a:ext cx="10741150" cy="392116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8.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5CC01F28-B116-754D-1B2C-BFBCA637691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EB1C38A7-DADF-A4E1-0F32-15498509573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Date Placeholder 3">
            <a:extLst xmlns:a="http://schemas.openxmlformats.org/drawingml/2006/main">
              <a:ext uri="{FF2B5EF4-FFF2-40B4-BE49-F238E27FC236}">
                <a16:creationId xmlns:a16="http://schemas.microsoft.com/office/drawing/2014/main" id="{33421694-ACB7-93DC-3002-1751C9D366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4" name="Footer Placeholder 4">
            <a:extLst xmlns:a="http://schemas.openxmlformats.org/drawingml/2006/main">
              <a:ext uri="{FF2B5EF4-FFF2-40B4-BE49-F238E27FC236}">
                <a16:creationId xmlns:a16="http://schemas.microsoft.com/office/drawing/2014/main" id="{9D5C56A8-C78A-E9C9-D15D-3F74F9B641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5">
            <a:extLst xmlns:a="http://schemas.openxmlformats.org/drawingml/2006/main">
              <a:ext uri="{FF2B5EF4-FFF2-40B4-BE49-F238E27FC236}">
                <a16:creationId xmlns:a16="http://schemas.microsoft.com/office/drawing/2014/main" id="{C50B2382-018F-2C06-04C6-3A047B6F0C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59.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0.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1.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2.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3.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392fe7e7304554" /><Relationship Type="http://schemas.openxmlformats.org/officeDocument/2006/relationships/slideLayout" Target="/ppt/slideLayouts/slideLayout1.xml" Id="Rb7ce478f4c664c4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89ecdaf5de6419a" /><Relationship Type="http://schemas.openxmlformats.org/officeDocument/2006/relationships/slideLayout" Target="/ppt/slideLayouts/slideLayout2.xml" Id="R39c83261ea894f51" /><Relationship Type="http://schemas.openxmlformats.org/officeDocument/2006/relationships/slideLayout" Target="/ppt/slideLayouts/slideLayout3.xml" Id="Ra8fbc898f6224aaa" /><Relationship Type="http://schemas.openxmlformats.org/officeDocument/2006/relationships/slideLayout" Target="/ppt/slideLayouts/slideLayout4.xml" Id="R17c2227a96a74322" /><Relationship Type="http://schemas.openxmlformats.org/officeDocument/2006/relationships/slideLayout" Target="/ppt/slideLayouts/slideLayout5.xml" Id="Raf55e9dc52054dc3"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fb50f2201eb344f9" /><Relationship Type="http://schemas.openxmlformats.org/officeDocument/2006/relationships/slideLayout" Target="/ppt/slideLayouts/slideLayout6.xml" Id="R78089172cda14187"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3a0177e79ccc4e47" /><Relationship Type="http://schemas.openxmlformats.org/officeDocument/2006/relationships/slideLayout" Target="/ppt/slideLayouts/slideLayout7.xml" Id="Re43ca0b862bb47be" /><Relationship Type="http://schemas.openxmlformats.org/officeDocument/2006/relationships/slideLayout" Target="/ppt/slideLayouts/slideLayout8.xml" Id="R29756fcee02b4dec" /><Relationship Type="http://schemas.openxmlformats.org/officeDocument/2006/relationships/slideLayout" Target="/ppt/slideLayouts/slideLayout9.xml" Id="Rc1698cfd95c4477e" /><Relationship Type="http://schemas.openxmlformats.org/officeDocument/2006/relationships/slideLayout" Target="/ppt/slideLayouts/slideLayout10.xml" Id="Re7ae06a410f24eba"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7f03e3d5fe06468c" /><Relationship Type="http://schemas.openxmlformats.org/officeDocument/2006/relationships/slideLayout" Target="/ppt/slideLayouts/slideLayout11.xml" Id="Rf9370101ad274bc3"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9ee96dcc19a44d19" /><Relationship Type="http://schemas.openxmlformats.org/officeDocument/2006/relationships/slideLayout" Target="/ppt/slideLayouts/slideLayout12.xml" Id="Rd39775e85e7f4924" /><Relationship Type="http://schemas.openxmlformats.org/officeDocument/2006/relationships/slideLayout" Target="/ppt/slideLayouts/slideLayout13.xml" Id="Rea0f9d8ddc37485c" /><Relationship Type="http://schemas.openxmlformats.org/officeDocument/2006/relationships/slideLayout" Target="/ppt/slideLayouts/slideLayout14.xml" Id="R5898ef051be6402f" /><Relationship Type="http://schemas.openxmlformats.org/officeDocument/2006/relationships/slideLayout" Target="/ppt/slideLayouts/slideLayout15.xml" Id="R3dd0fc32a76446ff"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bf8858645f8040ff" /><Relationship Type="http://schemas.openxmlformats.org/officeDocument/2006/relationships/slideLayout" Target="/ppt/slideLayouts/slideLayout16.xml" Id="R8a159cd0c53641db"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18b54ca350c34f41" /><Relationship Type="http://schemas.openxmlformats.org/officeDocument/2006/relationships/slideLayout" Target="/ppt/slideLayouts/slideLayout17.xml" Id="Rfcecd6c0e16e41a1" /><Relationship Type="http://schemas.openxmlformats.org/officeDocument/2006/relationships/slideLayout" Target="/ppt/slideLayouts/slideLayout18.xml" Id="R39b75934cf674ad0" /><Relationship Type="http://schemas.openxmlformats.org/officeDocument/2006/relationships/slideLayout" Target="/ppt/slideLayouts/slideLayout19.xml" Id="R5530c6fb9bc64934" /><Relationship Type="http://schemas.openxmlformats.org/officeDocument/2006/relationships/slideLayout" Target="/ppt/slideLayouts/slideLayout20.xml" Id="Rba41ffa955ba4c7c" /></Relationships>
</file>

<file path=ppt/slideMasters/_rels/slideMaster9.xml.rels>&#65279;<?xml version="1.0" encoding="utf-8"?><Relationships xmlns="http://schemas.openxmlformats.org/package/2006/relationships"><Relationship Type="http://schemas.openxmlformats.org/officeDocument/2006/relationships/theme" Target="/ppt/slideMasters/theme/theme10.xml" Id="Rd40a6204e83d424f" /><Relationship Type="http://schemas.openxmlformats.org/officeDocument/2006/relationships/slideLayout" Target="/ppt/slideLayouts/slideLayout21.xml" Id="Rd52ae57c69584313" /></Relationships>
</file>

<file path=ppt/slideMasters/_rels/slideMaster10.xml.rels>&#65279;<?xml version="1.0" encoding="utf-8"?><Relationships xmlns="http://schemas.openxmlformats.org/package/2006/relationships"><Relationship Type="http://schemas.openxmlformats.org/officeDocument/2006/relationships/theme" Target="/ppt/slideMasters/theme/theme11.xml" Id="R45f768332931482a" /><Relationship Type="http://schemas.openxmlformats.org/officeDocument/2006/relationships/slideLayout" Target="/ppt/slideLayouts/slideLayout22.xml" Id="R0584bcea26fa4ad4" /><Relationship Type="http://schemas.openxmlformats.org/officeDocument/2006/relationships/slideLayout" Target="/ppt/slideLayouts/slideLayout23.xml" Id="R371c01a00e3f4d47" /><Relationship Type="http://schemas.openxmlformats.org/officeDocument/2006/relationships/slideLayout" Target="/ppt/slideLayouts/slideLayout24.xml" Id="R78c61b897bdf4893" /><Relationship Type="http://schemas.openxmlformats.org/officeDocument/2006/relationships/slideLayout" Target="/ppt/slideLayouts/slideLayout25.xml" Id="Rb5f4bff99438499c" /></Relationships>
</file>

<file path=ppt/slideMasters/_rels/slideMaster11.xml.rels>&#65279;<?xml version="1.0" encoding="utf-8"?><Relationships xmlns="http://schemas.openxmlformats.org/package/2006/relationships"><Relationship Type="http://schemas.openxmlformats.org/officeDocument/2006/relationships/theme" Target="/ppt/slideMasters/theme/theme12.xml" Id="R07bf6d23a16c42ba" /><Relationship Type="http://schemas.openxmlformats.org/officeDocument/2006/relationships/slideLayout" Target="/ppt/slideLayouts/slideLayout26.xml" Id="R8a644c789dd54c64" /></Relationships>
</file>

<file path=ppt/slideMasters/_rels/slideMaster12.xml.rels>&#65279;<?xml version="1.0" encoding="utf-8"?><Relationships xmlns="http://schemas.openxmlformats.org/package/2006/relationships"><Relationship Type="http://schemas.openxmlformats.org/officeDocument/2006/relationships/theme" Target="/ppt/slideMasters/theme/theme13.xml" Id="Rede5ff1176354000" /><Relationship Type="http://schemas.openxmlformats.org/officeDocument/2006/relationships/slideLayout" Target="/ppt/slideLayouts/slideLayout27.xml" Id="Raf23973107804ac5" /><Relationship Type="http://schemas.openxmlformats.org/officeDocument/2006/relationships/slideLayout" Target="/ppt/slideLayouts/slideLayout28.xml" Id="Rc482e7aa50b94fe6" /><Relationship Type="http://schemas.openxmlformats.org/officeDocument/2006/relationships/slideLayout" Target="/ppt/slideLayouts/slideLayout29.xml" Id="Rcf02cce062004294" /><Relationship Type="http://schemas.openxmlformats.org/officeDocument/2006/relationships/slideLayout" Target="/ppt/slideLayouts/slideLayout30.xml" Id="R1bd4c05329774c53" /></Relationships>
</file>

<file path=ppt/slideMasters/_rels/slideMaster13.xml.rels>&#65279;<?xml version="1.0" encoding="utf-8"?><Relationships xmlns="http://schemas.openxmlformats.org/package/2006/relationships"><Relationship Type="http://schemas.openxmlformats.org/officeDocument/2006/relationships/theme" Target="/ppt/slideMasters/theme/theme14.xml" Id="Rc8ea64bc1e414912" /><Relationship Type="http://schemas.openxmlformats.org/officeDocument/2006/relationships/slideLayout" Target="/ppt/slideLayouts/slideLayout31.xml" Id="Rc507345d692a4df9" /><Relationship Type="http://schemas.openxmlformats.org/officeDocument/2006/relationships/slideLayout" Target="/ppt/slideLayouts/slideLayout32.xml" Id="Rcddfd48ec86e4573" /><Relationship Type="http://schemas.openxmlformats.org/officeDocument/2006/relationships/slideLayout" Target="/ppt/slideLayouts/slideLayout33.xml" Id="R65562b61c48c494b" /><Relationship Type="http://schemas.openxmlformats.org/officeDocument/2006/relationships/slideLayout" Target="/ppt/slideLayouts/slideLayout34.xml" Id="R5b12637882664e64" /><Relationship Type="http://schemas.openxmlformats.org/officeDocument/2006/relationships/slideLayout" Target="/ppt/slideLayouts/slideLayout35.xml" Id="Re2137cf13808454a" /><Relationship Type="http://schemas.openxmlformats.org/officeDocument/2006/relationships/slideLayout" Target="/ppt/slideLayouts/slideLayout36.xml" Id="R22d1a2f5822b4154" /><Relationship Type="http://schemas.openxmlformats.org/officeDocument/2006/relationships/slideLayout" Target="/ppt/slideLayouts/slideLayout37.xml" Id="R856ebf8d8a0f4526" /><Relationship Type="http://schemas.openxmlformats.org/officeDocument/2006/relationships/slideLayout" Target="/ppt/slideLayouts/slideLayout38.xml" Id="Rb32d3df3b99b421e" /><Relationship Type="http://schemas.openxmlformats.org/officeDocument/2006/relationships/slideLayout" Target="/ppt/slideLayouts/slideLayout39.xml" Id="Rce36fa1e14f84856" /><Relationship Type="http://schemas.openxmlformats.org/officeDocument/2006/relationships/slideLayout" Target="/ppt/slideLayouts/slideLayout40.xml" Id="Ra3e550739b29421c" /><Relationship Type="http://schemas.openxmlformats.org/officeDocument/2006/relationships/slideLayout" Target="/ppt/slideLayouts/slideLayout41.xml" Id="R1101dbe2431a4fc5" /><Relationship Type="http://schemas.openxmlformats.org/officeDocument/2006/relationships/slideLayout" Target="/ppt/slideLayouts/slideLayout42.xml" Id="Rbe11312b64e749ba" /><Relationship Type="http://schemas.openxmlformats.org/officeDocument/2006/relationships/slideLayout" Target="/ppt/slideLayouts/slideLayout43.xml" Id="R8e5e32b7b2774f2f" /><Relationship Type="http://schemas.openxmlformats.org/officeDocument/2006/relationships/slideLayout" Target="/ppt/slideLayouts/slideLayout44.xml" Id="R56d27a1b801d489b" /><Relationship Type="http://schemas.openxmlformats.org/officeDocument/2006/relationships/slideLayout" Target="/ppt/slideLayouts/slideLayout45.xml" Id="R09ecfb8b06e44a17" /><Relationship Type="http://schemas.openxmlformats.org/officeDocument/2006/relationships/slideLayout" Target="/ppt/slideLayouts/slideLayout46.xml" Id="Rfaa461bd1e4a4dd7" /><Relationship Type="http://schemas.openxmlformats.org/officeDocument/2006/relationships/slideLayout" Target="/ppt/slideLayouts/slideLayout47.xml" Id="R0a4a77880d6f4af4" /><Relationship Type="http://schemas.openxmlformats.org/officeDocument/2006/relationships/slideLayout" Target="/ppt/slideLayouts/slideLayout48.xml" Id="Rbe72d73b7dbb4411" /><Relationship Type="http://schemas.openxmlformats.org/officeDocument/2006/relationships/slideLayout" Target="/ppt/slideLayouts/slideLayout49.xml" Id="R33a63184476b4499" /><Relationship Type="http://schemas.openxmlformats.org/officeDocument/2006/relationships/slideLayout" Target="/ppt/slideLayouts/slideLayout50.xml" Id="R65882c84f51540e5" /><Relationship Type="http://schemas.openxmlformats.org/officeDocument/2006/relationships/slideLayout" Target="/ppt/slideLayouts/slideLayout51.xml" Id="R280d17f3f0a34f0c" /><Relationship Type="http://schemas.openxmlformats.org/officeDocument/2006/relationships/slideLayout" Target="/ppt/slideLayouts/slideLayout52.xml" Id="R2dcdf44e20064746" /><Relationship Type="http://schemas.openxmlformats.org/officeDocument/2006/relationships/slideLayout" Target="/ppt/slideLayouts/slideLayout53.xml" Id="R21410eb2ee0d4bfd" /><Relationship Type="http://schemas.openxmlformats.org/officeDocument/2006/relationships/slideLayout" Target="/ppt/slideLayouts/slideLayout54.xml" Id="R4b8dc4ada1ab47f0" /><Relationship Type="http://schemas.openxmlformats.org/officeDocument/2006/relationships/slideLayout" Target="/ppt/slideLayouts/slideLayout55.xml" Id="Rc93109c391124dbb" /><Relationship Type="http://schemas.openxmlformats.org/officeDocument/2006/relationships/slideLayout" Target="/ppt/slideLayouts/slideLayout56.xml" Id="Rdcbfa5e0ca8a465c" /><Relationship Type="http://schemas.openxmlformats.org/officeDocument/2006/relationships/slideLayout" Target="/ppt/slideLayouts/slideLayout57.xml" Id="Re7babdc61ac7450b" /><Relationship Type="http://schemas.openxmlformats.org/officeDocument/2006/relationships/slideLayout" Target="/ppt/slideLayouts/slideLayout58.xml" Id="R2425038ca5e94f8e" /></Relationships>
</file>

<file path=ppt/slideMasters/_rels/slideMaster14.xml.rels>&#65279;<?xml version="1.0" encoding="utf-8"?><Relationships xmlns="http://schemas.openxmlformats.org/package/2006/relationships"><Relationship Type="http://schemas.openxmlformats.org/officeDocument/2006/relationships/theme" Target="/ppt/slideMasters/theme/theme15.xml" Id="R7adfa23223d24f3f" /><Relationship Type="http://schemas.openxmlformats.org/officeDocument/2006/relationships/slideLayout" Target="/ppt/slideLayouts/slideLayout59.xml" Id="R24dcfcadb3694a0c" /></Relationships>
</file>

<file path=ppt/slideMasters/_rels/slideMaster15.xml.rels>&#65279;<?xml version="1.0" encoding="utf-8"?><Relationships xmlns="http://schemas.openxmlformats.org/package/2006/relationships"><Relationship Type="http://schemas.openxmlformats.org/officeDocument/2006/relationships/theme" Target="/ppt/slideMasters/theme/theme16.xml" Id="R72484df76da544aa" /><Relationship Type="http://schemas.openxmlformats.org/officeDocument/2006/relationships/slideLayout" Target="/ppt/slideLayouts/slideLayout60.xml" Id="Raf18f0dc3b3f487d" /><Relationship Type="http://schemas.openxmlformats.org/officeDocument/2006/relationships/slideLayout" Target="/ppt/slideLayouts/slideLayout61.xml" Id="Rfd90344fc6ea4806" /><Relationship Type="http://schemas.openxmlformats.org/officeDocument/2006/relationships/slideLayout" Target="/ppt/slideLayouts/slideLayout62.xml" Id="R7b08475ba00b441a" /><Relationship Type="http://schemas.openxmlformats.org/officeDocument/2006/relationships/slideLayout" Target="/ppt/slideLayouts/slideLayout63.xml" Id="R694aa16ca43746e0"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7ce478f4c664c4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39c83261ea894f51"/>
    <p:sldLayoutId xmlns:r="http://schemas.openxmlformats.org/officeDocument/2006/relationships" id="2147483652" r:id="Ra8fbc898f6224aaa"/>
    <p:sldLayoutId xmlns:r="http://schemas.openxmlformats.org/officeDocument/2006/relationships" id="2147483653" r:id="R17c2227a96a74322"/>
    <p:sldLayoutId xmlns:r="http://schemas.openxmlformats.org/officeDocument/2006/relationships" id="2147483654" r:id="Raf55e9dc52054dc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78089172cda1418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e43ca0b862bb47be"/>
    <p:sldLayoutId xmlns:r="http://schemas.openxmlformats.org/officeDocument/2006/relationships" id="2147483659" r:id="R29756fcee02b4dec"/>
    <p:sldLayoutId xmlns:r="http://schemas.openxmlformats.org/officeDocument/2006/relationships" id="2147483660" r:id="Rc1698cfd95c4477e"/>
    <p:sldLayoutId xmlns:r="http://schemas.openxmlformats.org/officeDocument/2006/relationships" id="2147483661" r:id="Re7ae06a410f24eba"/>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3" r:id="Rf9370101ad274bc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6.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5" r:id="Rd39775e85e7f4924"/>
    <p:sldLayoutId xmlns:r="http://schemas.openxmlformats.org/officeDocument/2006/relationships" id="2147483666" r:id="Rea0f9d8ddc37485c"/>
    <p:sldLayoutId xmlns:r="http://schemas.openxmlformats.org/officeDocument/2006/relationships" id="2147483667" r:id="R5898ef051be6402f"/>
    <p:sldLayoutId xmlns:r="http://schemas.openxmlformats.org/officeDocument/2006/relationships" id="2147483668" r:id="R3dd0fc32a76446f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7.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0" r:id="R8a159cd0c53641d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8.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2" r:id="Rfcecd6c0e16e41a1"/>
    <p:sldLayoutId xmlns:r="http://schemas.openxmlformats.org/officeDocument/2006/relationships" id="2147483673" r:id="R39b75934cf674ad0"/>
    <p:sldLayoutId xmlns:r="http://schemas.openxmlformats.org/officeDocument/2006/relationships" id="2147483674" r:id="R5530c6fb9bc64934"/>
    <p:sldLayoutId xmlns:r="http://schemas.openxmlformats.org/officeDocument/2006/relationships" id="2147483675" r:id="Rba41ffa955ba4c7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9.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7" r:id="Rd52ae57c6958431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0.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9" r:id="R0584bcea26fa4ad4"/>
    <p:sldLayoutId xmlns:r="http://schemas.openxmlformats.org/officeDocument/2006/relationships" id="2147483680" r:id="R371c01a00e3f4d47"/>
    <p:sldLayoutId xmlns:r="http://schemas.openxmlformats.org/officeDocument/2006/relationships" id="2147483681" r:id="R78c61b897bdf4893"/>
    <p:sldLayoutId xmlns:r="http://schemas.openxmlformats.org/officeDocument/2006/relationships" id="2147483682" r:id="Rb5f4bff99438499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4" r:id="R8a644c789dd54c6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6" r:id="Raf23973107804ac5"/>
    <p:sldLayoutId xmlns:r="http://schemas.openxmlformats.org/officeDocument/2006/relationships" id="2147483687" r:id="Rc482e7aa50b94fe6"/>
    <p:sldLayoutId xmlns:r="http://schemas.openxmlformats.org/officeDocument/2006/relationships" id="2147483688" r:id="Rcf02cce062004294"/>
    <p:sldLayoutId xmlns:r="http://schemas.openxmlformats.org/officeDocument/2006/relationships" id="2147483689" r:id="R1bd4c05329774c5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3.xml><?xml version="1.0" encoding="utf-8"?>
<p:sldMaster xmlns:p="http://schemas.openxmlformats.org/presentationml/2006/main">
  <p:cSld>
    <p:bg>
      <p:bgRef idx="1001">
        <a:schemeClr xmlns:a="http://schemas.openxmlformats.org/drawingml/2006/main" val="bg2"/>
      </p:bgRef>
    </p:bg>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3D476A66-BE83-43F9-A28B-02DF7879AD52}"/>
              </a:ext>
            </a:extLst>
          </p:cNvPr>
          <p:cNvSpPr>
            <a:spLocks xmlns:a="http://schemas.openxmlformats.org/drawingml/2006/main" noGrp="1"/>
          </p:cNvSpPr>
          <p:nvPr>
            <p:ph type="title" idx="0"/>
          </p:nvPr>
        </p:nvSpPr>
        <p:spPr>
          <a:xfrm xmlns:a="http://schemas.openxmlformats.org/drawingml/2006/main">
            <a:off x="838200" y="584990"/>
            <a:ext cx="10515600" cy="1116811"/>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0DACB382-EE11-430D-941A-DB76EEB7F2D5}"/>
              </a:ext>
            </a:extLst>
          </p:cNvPr>
          <p:cNvSpPr>
            <a:spLocks xmlns:a="http://schemas.openxmlformats.org/drawingml/2006/main" noGrp="1"/>
          </p:cNvSpPr>
          <p:nvPr>
            <p:ph type="ftr" idx="3"/>
          </p:nvPr>
        </p:nvSpPr>
        <p:spPr>
          <a:xfrm xmlns:a="http://schemas.openxmlformats.org/drawingml/2006/main" rot="16200000" flipH="1">
            <a:off x="-1131161" y="1592957"/>
            <a:ext cx="297352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19D76E94-F276-4F0F-8DD9-B1F8A3198AE1}"/>
              </a:ext>
            </a:extLst>
          </p:cNvPr>
          <p:cNvSpPr>
            <a:spLocks xmlns:a="http://schemas.openxmlformats.org/drawingml/2006/main" noGrp="1"/>
          </p:cNvSpPr>
          <p:nvPr>
            <p:ph type="body" idx="1"/>
          </p:nvPr>
        </p:nvSpPr>
        <p:spPr>
          <a:xfrm xmlns:a="http://schemas.openxmlformats.org/drawingml/2006/main">
            <a:off x="838200" y="2061469"/>
            <a:ext cx="10515600" cy="4114801"/>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4AD964E-3A2E-4DB9-B96A-EDE144A47BDC}"/>
              </a:ext>
            </a:extLst>
          </p:cNvPr>
          <p:cNvSpPr>
            <a:spLocks xmlns:a="http://schemas.openxmlformats.org/drawingml/2006/main" noGrp="1"/>
          </p:cNvSpPr>
          <p:nvPr>
            <p:ph type="dt" idx="2"/>
          </p:nvPr>
        </p:nvSpPr>
        <p:spPr>
          <a:xfrm xmlns:a="http://schemas.openxmlformats.org/drawingml/2006/main" rot="5400000">
            <a:off x="10425981" y="4687095"/>
            <a:ext cx="270669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A3C562FE-ACD1-43F2-A3DE-5B11E10B7EA5}"/>
              </a:ext>
            </a:extLst>
          </p:cNvPr>
          <p:cNvSpPr>
            <a:spLocks xmlns:a="http://schemas.openxmlformats.org/drawingml/2006/main" noGrp="1"/>
          </p:cNvSpPr>
          <p:nvPr>
            <p:ph type="sldNum" idx="4"/>
          </p:nvPr>
        </p:nvSpPr>
        <p:spPr>
          <a:xfrm xmlns:a="http://schemas.openxmlformats.org/drawingml/2006/main">
            <a:off x="11512296" y="6356350"/>
            <a:ext cx="57462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solidFill>
              </a:defRPr>
            </a:lvl1pPr>
          </a:lstStyle>
          <a:p xmlns:a="http://schemas.openxmlformats.org/drawingml/2006/main">
            <a:fld id="vivek_{2BFA7025-7A58-4793-8B01-A6AF2A0E220F}" type="slidenum">
              <a:t>‹#›</a:t>
            </a:fld>
            <a:endParaRPr/>
          </a:p>
        </p:txBody>
      </p:sp>
      <p:sp>
        <p:nvSpPr>
          <p:cNvPr id="6" name="Straight Connector 12">
            <a:extLst xmlns:a="http://schemas.openxmlformats.org/drawingml/2006/main">
              <a:ext uri="{FF2B5EF4-FFF2-40B4-BE49-F238E27FC236}">
                <a16:creationId xmlns:a16="http://schemas.microsoft.com/office/drawing/2014/main" id="{9C81D50F-7B2C-46AD-8E3F-6847471B38B5}"/>
              </a:ext>
            </a:extLst>
          </p:cNvPr>
          <p:cNvSpPr>
            <a:spLocks xmlns:a="http://schemas.openxmlformats.org/drawingml/2006/main" noGrp="1"/>
          </p:cNvSpPr>
          <p:nvPr/>
        </p:nvSpPr>
        <p:spPr>
          <a:xfrm xmlns:a="http://schemas.openxmlformats.org/drawingml/2006/main" flipH="1">
            <a:off x="4" y="1824111"/>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91" r:id="Rc507345d692a4df9"/>
    <p:sldLayoutId xmlns:r="http://schemas.openxmlformats.org/officeDocument/2006/relationships" id="2147483692" r:id="Rcddfd48ec86e4573"/>
    <p:sldLayoutId xmlns:r="http://schemas.openxmlformats.org/officeDocument/2006/relationships" id="2147483693" r:id="R65562b61c48c494b"/>
    <p:sldLayoutId xmlns:r="http://schemas.openxmlformats.org/officeDocument/2006/relationships" id="2147483694" r:id="R5b12637882664e64"/>
    <p:sldLayoutId xmlns:r="http://schemas.openxmlformats.org/officeDocument/2006/relationships" id="2147483695" r:id="Re2137cf13808454a"/>
    <p:sldLayoutId xmlns:r="http://schemas.openxmlformats.org/officeDocument/2006/relationships" id="2147483696" r:id="R22d1a2f5822b4154"/>
    <p:sldLayoutId xmlns:r="http://schemas.openxmlformats.org/officeDocument/2006/relationships" id="2147483697" r:id="R856ebf8d8a0f4526"/>
    <p:sldLayoutId xmlns:r="http://schemas.openxmlformats.org/officeDocument/2006/relationships" id="2147483698" r:id="Rb32d3df3b99b421e"/>
    <p:sldLayoutId xmlns:r="http://schemas.openxmlformats.org/officeDocument/2006/relationships" id="2147483699" r:id="Rce36fa1e14f84856"/>
    <p:sldLayoutId xmlns:r="http://schemas.openxmlformats.org/officeDocument/2006/relationships" id="2147483700" r:id="Ra3e550739b29421c"/>
    <p:sldLayoutId xmlns:r="http://schemas.openxmlformats.org/officeDocument/2006/relationships" id="2147483701" r:id="R1101dbe2431a4fc5"/>
    <p:sldLayoutId xmlns:r="http://schemas.openxmlformats.org/officeDocument/2006/relationships" id="2147483702" r:id="Rbe11312b64e749ba"/>
    <p:sldLayoutId xmlns:r="http://schemas.openxmlformats.org/officeDocument/2006/relationships" id="2147483703" r:id="R8e5e32b7b2774f2f"/>
    <p:sldLayoutId xmlns:r="http://schemas.openxmlformats.org/officeDocument/2006/relationships" id="2147483704" r:id="R56d27a1b801d489b"/>
    <p:sldLayoutId xmlns:r="http://schemas.openxmlformats.org/officeDocument/2006/relationships" id="2147483705" r:id="R09ecfb8b06e44a17"/>
    <p:sldLayoutId xmlns:r="http://schemas.openxmlformats.org/officeDocument/2006/relationships" id="2147483706" r:id="Rfaa461bd1e4a4dd7"/>
    <p:sldLayoutId xmlns:r="http://schemas.openxmlformats.org/officeDocument/2006/relationships" id="2147483707" r:id="R0a4a77880d6f4af4"/>
    <p:sldLayoutId xmlns:r="http://schemas.openxmlformats.org/officeDocument/2006/relationships" id="2147483708" r:id="Rbe72d73b7dbb4411"/>
    <p:sldLayoutId xmlns:r="http://schemas.openxmlformats.org/officeDocument/2006/relationships" id="2147483709" r:id="R33a63184476b4499"/>
    <p:sldLayoutId xmlns:r="http://schemas.openxmlformats.org/officeDocument/2006/relationships" id="2147483710" r:id="R65882c84f51540e5"/>
    <p:sldLayoutId xmlns:r="http://schemas.openxmlformats.org/officeDocument/2006/relationships" id="2147483711" r:id="R280d17f3f0a34f0c"/>
    <p:sldLayoutId xmlns:r="http://schemas.openxmlformats.org/officeDocument/2006/relationships" id="2147483712" r:id="R2dcdf44e20064746"/>
    <p:sldLayoutId xmlns:r="http://schemas.openxmlformats.org/officeDocument/2006/relationships" id="2147483713" r:id="R21410eb2ee0d4bfd"/>
    <p:sldLayoutId xmlns:r="http://schemas.openxmlformats.org/officeDocument/2006/relationships" id="2147483714" r:id="R4b8dc4ada1ab47f0"/>
    <p:sldLayoutId xmlns:r="http://schemas.openxmlformats.org/officeDocument/2006/relationships" id="2147483715" r:id="Rc93109c391124dbb"/>
    <p:sldLayoutId xmlns:r="http://schemas.openxmlformats.org/officeDocument/2006/relationships" id="2147483716" r:id="Rdcbfa5e0ca8a465c"/>
    <p:sldLayoutId xmlns:r="http://schemas.openxmlformats.org/officeDocument/2006/relationships" id="2147483717" r:id="Re7babdc61ac7450b"/>
    <p:sldLayoutId xmlns:r="http://schemas.openxmlformats.org/officeDocument/2006/relationships" id="2147483718" r:id="R2425038ca5e94f8e"/>
  </p:sldLayoutIdLst>
  <p:txStyles>
    <p:titleStyle>
      <a:lvl1pPr xmlns:a="http://schemas.openxmlformats.org/drawingml/2006/main" algn="l" defTabSz="914400">
        <a:lnSpc>
          <a:spcPct val="90000"/>
        </a:lnSpc>
        <a:spcBef>
          <a:spcPct val="0"/>
        </a:spcBef>
        <a:buNone/>
        <a:defRPr sz="4400" kern="1200" cap="all" baseline="0">
          <a:solidFill>
            <a:schemeClr val="tx1"/>
          </a:solidFill>
          <a:latin typeface="Manrope"/>
          <a:ea typeface="Manrope"/>
          <a:cs typeface="Manrope"/>
        </a:defRPr>
      </a:lvl1pPr>
    </p:titleStyle>
    <p:bodyStyle>
      <a:lvl1pPr xmlns:a="http://schemas.openxmlformats.org/drawingml/2006/main" marL="0" indent="0" algn="l" defTabSz="914400">
        <a:lnSpc>
          <a:spcPct val="110000"/>
        </a:lnSpc>
        <a:spcBef>
          <a:spcPts val="1000"/>
        </a:spcBef>
        <a:buSzPct val="80000"/>
        <a:buFont typeface="Arial"/>
        <a:buNone/>
        <a:defRPr sz="1800" kern="1200">
          <a:solidFill>
            <a:schemeClr val="tx1"/>
          </a:solidFill>
          <a:latin typeface="Manrope"/>
          <a:ea typeface="Manrope"/>
          <a:cs typeface="Manrope"/>
        </a:defRPr>
      </a:lvl1pPr>
      <a:lvl2pPr xmlns:a="http://schemas.openxmlformats.org/drawingml/2006/main" marL="502920" indent="-228600" algn="l" defTabSz="914400">
        <a:lnSpc>
          <a:spcPct val="110000"/>
        </a:lnSpc>
        <a:spcBef>
          <a:spcPts val="500"/>
        </a:spcBef>
        <a:buSzPct val="80000"/>
        <a:buFont typeface="Goudy Old Style"/>
        <a:buChar char="–"/>
        <a:defRPr sz="1600" i="1" kern="1200">
          <a:solidFill>
            <a:schemeClr val="tx1"/>
          </a:solidFill>
          <a:latin typeface="Manrope"/>
          <a:ea typeface="Manrope"/>
          <a:cs typeface="Manrope"/>
        </a:defRPr>
      </a:lvl2pPr>
      <a:lvl3pPr xmlns:a="http://schemas.openxmlformats.org/drawingml/2006/main" marL="82296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3pPr>
      <a:lvl4pPr xmlns:a="http://schemas.openxmlformats.org/drawingml/2006/main" marL="1097280" indent="-228600" algn="l" defTabSz="914400">
        <a:lnSpc>
          <a:spcPct val="110000"/>
        </a:lnSpc>
        <a:spcBef>
          <a:spcPts val="500"/>
        </a:spcBef>
        <a:buSzPct val="80000"/>
        <a:buFont typeface="Goudy Old Style"/>
        <a:buChar char="–"/>
        <a:defRPr sz="1400" i="1" kern="1200">
          <a:solidFill>
            <a:schemeClr val="tx1"/>
          </a:solidFill>
          <a:latin typeface="Manrope"/>
          <a:ea typeface="Manrope"/>
          <a:cs typeface="Manrope"/>
        </a:defRPr>
      </a:lvl4pPr>
      <a:lvl5pPr xmlns:a="http://schemas.openxmlformats.org/drawingml/2006/main" marL="137160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anrope"/>
          <a:ea typeface="Manrope"/>
          <a:cs typeface="Manrope"/>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anrope"/>
          <a:ea typeface="Manrope"/>
          <a:cs typeface="Manrope"/>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anrope"/>
          <a:ea typeface="Manrope"/>
          <a:cs typeface="Manrope"/>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anrope"/>
          <a:ea typeface="Manrope"/>
          <a:cs typeface="Manrope"/>
        </a:defRPr>
      </a:lvl9pPr>
    </p:bodyStyle>
    <p:otherStyle>
      <a:lvl1pPr xmlns:a="http://schemas.openxmlformats.org/drawingml/2006/main" marL="0" algn="l" defTabSz="914400">
        <a:buNone/>
        <a:defRPr sz="1800" kern="1200">
          <a:solidFill>
            <a:schemeClr val="tx1"/>
          </a:solidFill>
          <a:latin typeface="Manrope"/>
          <a:ea typeface="Manrope"/>
          <a:cs typeface="Manrope"/>
        </a:defRPr>
      </a:lvl1pPr>
      <a:lvl2pPr xmlns:a="http://schemas.openxmlformats.org/drawingml/2006/main" marL="457200" algn="l" defTabSz="914400">
        <a:buNone/>
        <a:defRPr sz="1800" kern="1200">
          <a:solidFill>
            <a:schemeClr val="tx1"/>
          </a:solidFill>
          <a:latin typeface="Manrope"/>
          <a:ea typeface="Manrope"/>
          <a:cs typeface="Manrope"/>
        </a:defRPr>
      </a:lvl2pPr>
      <a:lvl3pPr xmlns:a="http://schemas.openxmlformats.org/drawingml/2006/main" marL="914400" algn="l" defTabSz="914400">
        <a:buNone/>
        <a:defRPr sz="1800" kern="1200">
          <a:solidFill>
            <a:schemeClr val="tx1"/>
          </a:solidFill>
          <a:latin typeface="Manrope"/>
          <a:ea typeface="Manrope"/>
          <a:cs typeface="Manrope"/>
        </a:defRPr>
      </a:lvl3pPr>
      <a:lvl4pPr xmlns:a="http://schemas.openxmlformats.org/drawingml/2006/main" marL="1371600" algn="l" defTabSz="914400">
        <a:buNone/>
        <a:defRPr sz="1800" kern="1200">
          <a:solidFill>
            <a:schemeClr val="tx1"/>
          </a:solidFill>
          <a:latin typeface="Manrope"/>
          <a:ea typeface="Manrope"/>
          <a:cs typeface="Manrope"/>
        </a:defRPr>
      </a:lvl4pPr>
      <a:lvl5pPr xmlns:a="http://schemas.openxmlformats.org/drawingml/2006/main" marL="1828800" algn="l" defTabSz="914400">
        <a:buNone/>
        <a:defRPr sz="1800" kern="1200">
          <a:solidFill>
            <a:schemeClr val="tx1"/>
          </a:solidFill>
          <a:latin typeface="Manrope"/>
          <a:ea typeface="Manrope"/>
          <a:cs typeface="Manrope"/>
        </a:defRPr>
      </a:lvl5pPr>
      <a:lvl6pPr xmlns:a="http://schemas.openxmlformats.org/drawingml/2006/main" marL="2286000" algn="l" defTabSz="914400">
        <a:buNone/>
        <a:defRPr sz="1800" kern="1200">
          <a:solidFill>
            <a:schemeClr val="tx1"/>
          </a:solidFill>
          <a:latin typeface="Manrope"/>
          <a:ea typeface="Manrope"/>
          <a:cs typeface="Manrope"/>
        </a:defRPr>
      </a:lvl6pPr>
      <a:lvl7pPr xmlns:a="http://schemas.openxmlformats.org/drawingml/2006/main" marL="2743200" algn="l" defTabSz="914400">
        <a:buNone/>
        <a:defRPr sz="1800" kern="1200">
          <a:solidFill>
            <a:schemeClr val="tx1"/>
          </a:solidFill>
          <a:latin typeface="Manrope"/>
          <a:ea typeface="Manrope"/>
          <a:cs typeface="Manrope"/>
        </a:defRPr>
      </a:lvl7pPr>
      <a:lvl8pPr xmlns:a="http://schemas.openxmlformats.org/drawingml/2006/main" marL="3200400" algn="l" defTabSz="914400">
        <a:buNone/>
        <a:defRPr sz="1800" kern="1200">
          <a:solidFill>
            <a:schemeClr val="tx1"/>
          </a:solidFill>
          <a:latin typeface="Manrope"/>
          <a:ea typeface="Manrope"/>
          <a:cs typeface="Manrope"/>
        </a:defRPr>
      </a:lvl8pPr>
      <a:lvl9pPr xmlns:a="http://schemas.openxmlformats.org/drawingml/2006/main" marL="3657600" algn="l" defTabSz="914400">
        <a:buNone/>
        <a:defRPr sz="1800" kern="1200">
          <a:solidFill>
            <a:schemeClr val="tx1"/>
          </a:solidFill>
          <a:latin typeface="Manrope"/>
          <a:ea typeface="Manrope"/>
          <a:cs typeface="Manrope"/>
        </a:defRPr>
      </a:lvl9pPr>
    </p:otherStyle>
  </p:txStyles>
  <p:extLst>
    <p:ext uri="{27BBF7A9-308A-43DC-89C8-2F10F3537804}">
      <p15:sldGuideLst xmlns:p15="http://schemas.microsoft.com/office/powerpoint/2012/main">
        <p15:guide id="1" orient="horz" pos="528">
          <p15:clr>
            <a:srgbClr xmlns:a="http://schemas.openxmlformats.org/drawingml/2006/main" val="F26B43"/>
          </p15:clr>
        </p15:guide>
        <p15:guide id="2" pos="528">
          <p15:clr>
            <a:srgbClr xmlns:a="http://schemas.openxmlformats.org/drawingml/2006/main" val="F26B43"/>
          </p15:clr>
        </p15:guide>
        <p15:guide id="3" orient="horz" pos="3792">
          <p15:clr>
            <a:srgbClr xmlns:a="http://schemas.openxmlformats.org/drawingml/2006/main" val="F26B43"/>
          </p15:clr>
        </p15:guide>
        <p15:guide id="4" pos="7152">
          <p15:clr>
            <a:srgbClr xmlns:a="http://schemas.openxmlformats.org/drawingml/2006/main" val="F26B43"/>
          </p15:clr>
        </p15:guide>
      </p15:sldGuideLst>
    </p:ext>
  </p:extLst>
</p:sldMaster>
</file>

<file path=ppt/slideMasters/slideMaster1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0" r:id="R24dcfcadb3694a0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2" r:id="Raf18f0dc3b3f487d"/>
    <p:sldLayoutId xmlns:r="http://schemas.openxmlformats.org/officeDocument/2006/relationships" id="2147483723" r:id="Rfd90344fc6ea4806"/>
    <p:sldLayoutId xmlns:r="http://schemas.openxmlformats.org/officeDocument/2006/relationships" id="2147483724" r:id="R7b08475ba00b441a"/>
    <p:sldLayoutId xmlns:r="http://schemas.openxmlformats.org/officeDocument/2006/relationships" id="2147483725" r:id="R694aa16ca43746e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0.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4.xml><?xml version="1.0" encoding="utf-8"?>
<a:theme xmlns:a="http://schemas.openxmlformats.org/drawingml/2006/main" name="Archwa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chway">
      <a:majorFont>
        <a:latin typeface="Felix Titling"/>
        <a:ea typeface=""/>
        <a:cs typeface=""/>
      </a:majorFont>
      <a:minorFont>
        <a:latin typeface="Goudy Old Style"/>
        <a:ea typeface=""/>
        <a:cs typeface=""/>
      </a:minorFont>
    </a:fontScheme>
    <a:fmtScheme name="Gree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203B34">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2b4811f03dd04580" /><Relationship Type="http://schemas.openxmlformats.org/officeDocument/2006/relationships/notesSlide" Target="/ppt/notesSlides/notesSlide1.xml" Id="Rb33e47fd45f94d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8a340e96f51a46e0" /><Relationship Type="http://schemas.openxmlformats.org/officeDocument/2006/relationships/notesSlide" Target="/ppt/notesSlides/notesSlide2.xml" Id="R5e1ae961b0c24021" /></Relationships>
</file>

<file path=ppt/slides/slide1.xml><?xml version="1.0" encoding="utf-8"?>
<p:sld xmlns:p="http://schemas.openxmlformats.org/presentationml/2006/main">
  <p:cSld>
    <p:bg>
      <p:bgPr>
        <a:solidFill xmlns:a="http://schemas.openxmlformats.org/drawingml/2006/main">
          <a:srgbClr val="F0E8D9"/>
        </a:solidFill>
      </p:bgPr>
    </p:bg>
    <p:spTree>
      <p:nvGrpSpPr>
        <p:cNvPr id="1" name=""/>
        <p:cNvGrpSpPr/>
        <p:nvPr/>
      </p:nvGrpSpPr>
      <p:grpSpPr>
        <a:xfrm xmlns:a="http://schemas.openxmlformats.org/drawingml/2006/main"/>
      </p:grpSpPr>
      <p:sp>
        <p:nvSpPr>
          <p:cNvPr id="13" name="Google Shape;60;p10">
            <a:extLst xmlns:a="http://schemas.openxmlformats.org/drawingml/2006/main">
              <a:ext uri="{FF2B5EF4-FFF2-40B4-BE49-F238E27FC236}">
                <a16:creationId xmlns:a16="http://schemas.microsoft.com/office/drawing/2014/main" id="{20B27470-55F7-4856-A426-122ACA75D8A1}"/>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203B34"/>
                </a:solidFill>
                <a:latin typeface="Manrope"/>
                <a:ea typeface="Manrope"/>
                <a:cs typeface="Manrope"/>
              </a:rPr>
              <a:t>Q1 / PROJECT CHOICE</a:t>
            </a:r>
            <a:endParaRPr sz="1050" b="1">
              <a:solidFill>
                <a:srgbClr val="203B34"/>
              </a:solidFill>
              <a:latin typeface="Manrope"/>
              <a:ea typeface="Manrope"/>
              <a:cs typeface="Manrope"/>
            </a:endParaRPr>
          </a:p>
        </p:txBody>
      </p:sp>
      <p:sp>
        <p:nvSpPr>
          <p:cNvPr id="2" name="Google Shape;61;p10">
            <a:extLst xmlns:a="http://schemas.openxmlformats.org/drawingml/2006/main">
              <a:ext uri="{FF2B5EF4-FFF2-40B4-BE49-F238E27FC236}">
                <a16:creationId xmlns:a16="http://schemas.microsoft.com/office/drawing/2014/main" id="{58811C9E-00B0-47DD-ADAC-C6525C8173EC}"/>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01</a:t>
            </a:r>
            <a:endParaRPr sz="1000">
              <a:solidFill>
                <a:srgbClr val="52665B"/>
              </a:solidFill>
              <a:latin typeface="Manrope"/>
              <a:ea typeface="Manrope"/>
              <a:cs typeface="Manrope"/>
            </a:endParaRPr>
          </a:p>
        </p:txBody>
      </p:sp>
      <p:sp>
        <p:nvSpPr>
          <p:cNvPr id="3" name="Google Shape;62;p10">
            <a:extLst xmlns:a="http://schemas.openxmlformats.org/drawingml/2006/main">
              <a:ext uri="{FF2B5EF4-FFF2-40B4-BE49-F238E27FC236}">
                <a16:creationId xmlns:a16="http://schemas.microsoft.com/office/drawing/2014/main" id="{5C18B16A-C7D2-46B1-A891-69D2C4298DF7}"/>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203B34"/>
                </a:solidFill>
                <a:latin typeface="Manrope"/>
                <a:ea typeface="Manrope"/>
                <a:cs typeface="Manrope"/>
              </a:rPr>
              <a:t>Why Apache Tika?</a:t>
            </a:r>
            <a:endParaRPr sz="3200" b="1">
              <a:solidFill>
                <a:srgbClr val="203B34"/>
              </a:solidFill>
              <a:latin typeface="Manrope"/>
              <a:ea typeface="Manrope"/>
              <a:cs typeface="Manrope"/>
            </a:endParaRPr>
          </a:p>
        </p:txBody>
      </p:sp>
      <p:sp>
        <p:nvSpPr>
          <p:cNvPr id="4" name="Google Shape;63;p10">
            <a:extLst xmlns:a="http://schemas.openxmlformats.org/drawingml/2006/main">
              <a:ext uri="{FF2B5EF4-FFF2-40B4-BE49-F238E27FC236}">
                <a16:creationId xmlns:a16="http://schemas.microsoft.com/office/drawing/2014/main" id="{888EB4C8-442B-4B0B-9255-93BCD41AC3D4}"/>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Kyubin Park / @u8026876</a:t>
            </a:r>
            <a:endParaRPr sz="1000">
              <a:solidFill>
                <a:srgbClr val="52665B"/>
              </a:solidFill>
              <a:latin typeface="Manrope"/>
              <a:ea typeface="Manrope"/>
              <a:cs typeface="Manrope"/>
            </a:endParaRPr>
          </a:p>
        </p:txBody>
      </p:sp>
      <p:sp>
        <p:nvSpPr>
          <p:cNvPr id="5" name="Google Shape;64;p10">
            <a:extLst xmlns:a="http://schemas.openxmlformats.org/drawingml/2006/main">
              <a:ext uri="{FF2B5EF4-FFF2-40B4-BE49-F238E27FC236}">
                <a16:creationId xmlns:a16="http://schemas.microsoft.com/office/drawing/2014/main" id="{5C47F4AB-3F4B-4646-8ED8-4DD3DBE48140}"/>
              </a:ext>
            </a:extLst>
          </p:cNvPr>
          <p:cNvSpPr>
            <a:spLocks xmlns:a="http://schemas.openxmlformats.org/drawingml/2006/main" noGrp="1"/>
          </p:cNvSpPr>
          <p:nvPr/>
        </p:nvSpPr>
        <p:spPr>
          <a:xfrm xmlns:a="http://schemas.openxmlformats.org/drawingml/2006/main">
            <a:off x="609600" y="20320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A14F37"/>
                </a:solidFill>
                <a:latin typeface="Manrope"/>
                <a:ea typeface="Manrope"/>
                <a:cs typeface="Manrope"/>
              </a:rPr>
              <a:t>Familiar Java</a:t>
            </a:r>
            <a:endParaRPr sz="1600" b="1">
              <a:solidFill>
                <a:srgbClr val="A14F37"/>
              </a:solidFill>
              <a:latin typeface="Manrope"/>
              <a:ea typeface="Manrope"/>
              <a:cs typeface="Manrope"/>
            </a:endParaRPr>
          </a:p>
        </p:txBody>
      </p:sp>
      <p:sp>
        <p:nvSpPr>
          <p:cNvPr id="6" name="Google Shape;65;p10">
            <a:extLst xmlns:a="http://schemas.openxmlformats.org/drawingml/2006/main">
              <a:ext uri="{FF2B5EF4-FFF2-40B4-BE49-F238E27FC236}">
                <a16:creationId xmlns:a16="http://schemas.microsoft.com/office/drawing/2014/main" id="{8FEAF8E7-18E9-4636-AE68-D6C6BD9C0A51}"/>
              </a:ext>
            </a:extLst>
          </p:cNvPr>
          <p:cNvSpPr>
            <a:spLocks xmlns:a="http://schemas.openxmlformats.org/drawingml/2006/main" noGrp="1"/>
          </p:cNvSpPr>
          <p:nvPr/>
        </p:nvSpPr>
        <p:spPr>
          <a:xfrm xmlns:a="http://schemas.openxmlformats.org/drawingml/2006/main">
            <a:off x="4572000" y="20066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Build on our course experience.</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Keep the learning workload manageable.</a:t>
            </a:r>
            <a:endParaRPr sz="2000">
              <a:solidFill>
                <a:srgbClr val="203B34"/>
              </a:solidFill>
              <a:latin typeface="Manrope"/>
              <a:ea typeface="Manrope"/>
              <a:cs typeface="Manrope"/>
            </a:endParaRPr>
          </a:p>
        </p:txBody>
      </p:sp>
      <p:sp>
        <p:nvSpPr>
          <p:cNvPr id="7" name="Google Shape;66;p10">
            <a:extLst xmlns:a="http://schemas.openxmlformats.org/drawingml/2006/main">
              <a:ext uri="{FF2B5EF4-FFF2-40B4-BE49-F238E27FC236}">
                <a16:creationId xmlns:a16="http://schemas.microsoft.com/office/drawing/2014/main" id="{4CFE24FD-A062-48CA-8E20-5AA3ED9B9D44}"/>
              </a:ext>
            </a:extLst>
          </p:cNvPr>
          <p:cNvSpPr>
            <a:spLocks xmlns:a="http://schemas.openxmlformats.org/drawingml/2006/main" noGrp="1"/>
          </p:cNvSpPr>
          <p:nvPr/>
        </p:nvSpPr>
        <p:spPr>
          <a:xfrm xmlns:a="http://schemas.openxmlformats.org/drawingml/2006/main">
            <a:off x="609600" y="30734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Clear purpose</a:t>
            </a:r>
            <a:endParaRPr sz="1600" b="1">
              <a:solidFill>
                <a:srgbClr val="203B34"/>
              </a:solidFill>
              <a:latin typeface="Manrope"/>
              <a:ea typeface="Manrope"/>
              <a:cs typeface="Manrope"/>
            </a:endParaRPr>
          </a:p>
        </p:txBody>
      </p:sp>
      <p:sp>
        <p:nvSpPr>
          <p:cNvPr id="8" name="Google Shape;67;p10">
            <a:extLst xmlns:a="http://schemas.openxmlformats.org/drawingml/2006/main">
              <a:ext uri="{FF2B5EF4-FFF2-40B4-BE49-F238E27FC236}">
                <a16:creationId xmlns:a16="http://schemas.microsoft.com/office/drawing/2014/main" id="{207E738A-B214-4E10-8E0D-732AC4CC2283}"/>
              </a:ext>
            </a:extLst>
          </p:cNvPr>
          <p:cNvSpPr>
            <a:spLocks xmlns:a="http://schemas.openxmlformats.org/drawingml/2006/main" noGrp="1"/>
          </p:cNvSpPr>
          <p:nvPr/>
        </p:nvSpPr>
        <p:spPr>
          <a:xfrm xmlns:a="http://schemas.openxmlformats.org/drawingml/2006/main">
            <a:off x="4572000" y="30480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Identify file types and extract</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text and metadata from documents.</a:t>
            </a:r>
            <a:endParaRPr sz="2000">
              <a:solidFill>
                <a:srgbClr val="203B34"/>
              </a:solidFill>
              <a:latin typeface="Manrope"/>
              <a:ea typeface="Manrope"/>
              <a:cs typeface="Manrope"/>
            </a:endParaRPr>
          </a:p>
        </p:txBody>
      </p:sp>
      <p:sp>
        <p:nvSpPr>
          <p:cNvPr id="9" name="Google Shape;68;p10">
            <a:extLst xmlns:a="http://schemas.openxmlformats.org/drawingml/2006/main">
              <a:ext uri="{FF2B5EF4-FFF2-40B4-BE49-F238E27FC236}">
                <a16:creationId xmlns:a16="http://schemas.microsoft.com/office/drawing/2014/main" id="{02B3D520-F8DD-4BFD-8CA6-0B1D0A3E1C8E}"/>
              </a:ext>
            </a:extLst>
          </p:cNvPr>
          <p:cNvSpPr>
            <a:spLocks xmlns:a="http://schemas.openxmlformats.org/drawingml/2006/main" noGrp="1"/>
          </p:cNvSpPr>
          <p:nvPr/>
        </p:nvSpPr>
        <p:spPr>
          <a:xfrm xmlns:a="http://schemas.openxmlformats.org/drawingml/2006/main">
            <a:off x="609600" y="41148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Active project</a:t>
            </a:r>
            <a:endParaRPr sz="1600" b="1">
              <a:solidFill>
                <a:srgbClr val="203B34"/>
              </a:solidFill>
              <a:latin typeface="Manrope"/>
              <a:ea typeface="Manrope"/>
              <a:cs typeface="Manrope"/>
            </a:endParaRPr>
          </a:p>
        </p:txBody>
      </p:sp>
      <p:sp>
        <p:nvSpPr>
          <p:cNvPr id="10" name="Google Shape;69;p10">
            <a:extLst xmlns:a="http://schemas.openxmlformats.org/drawingml/2006/main">
              <a:ext uri="{FF2B5EF4-FFF2-40B4-BE49-F238E27FC236}">
                <a16:creationId xmlns:a16="http://schemas.microsoft.com/office/drawing/2014/main" id="{21037401-D469-4BCC-82FA-33AF0FB80825}"/>
              </a:ext>
            </a:extLst>
          </p:cNvPr>
          <p:cNvSpPr>
            <a:spLocks xmlns:a="http://schemas.openxmlformats.org/drawingml/2006/main" noGrp="1"/>
          </p:cNvSpPr>
          <p:nvPr/>
        </p:nvSpPr>
        <p:spPr>
          <a:xfrm xmlns:a="http://schemas.openxmlformats.org/drawingml/2006/main">
            <a:off x="4572000" y="40894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Recent development and public issues.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Documented contribution guidance.</a:t>
            </a:r>
            <a:endParaRPr sz="2000">
              <a:solidFill>
                <a:srgbClr val="203B34"/>
              </a:solidFill>
              <a:latin typeface="Manrope"/>
              <a:ea typeface="Manrope"/>
              <a:cs typeface="Manrope"/>
            </a:endParaRPr>
          </a:p>
        </p:txBody>
      </p:sp>
      <p:sp>
        <p:nvSpPr>
          <p:cNvPr id="11" name="Google Shape;70;p10">
            <a:extLst xmlns:a="http://schemas.openxmlformats.org/drawingml/2006/main">
              <a:ext uri="{FF2B5EF4-FFF2-40B4-BE49-F238E27FC236}">
                <a16:creationId xmlns:a16="http://schemas.microsoft.com/office/drawing/2014/main" id="{DD36E3F5-1DC3-43A9-9487-666E64A19FC4}"/>
              </a:ext>
            </a:extLst>
          </p:cNvPr>
          <p:cNvSpPr>
            <a:spLocks xmlns:a="http://schemas.openxmlformats.org/drawingml/2006/main" noGrp="1"/>
          </p:cNvSpPr>
          <p:nvPr/>
        </p:nvSpPr>
        <p:spPr>
          <a:xfrm xmlns:a="http://schemas.openxmlformats.org/drawingml/2006/main">
            <a:off x="609600" y="51562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Suitable issues</a:t>
            </a:r>
            <a:endParaRPr sz="1600" b="1">
              <a:solidFill>
                <a:srgbClr val="203B34"/>
              </a:solidFill>
              <a:latin typeface="Manrope"/>
              <a:ea typeface="Manrope"/>
              <a:cs typeface="Manrope"/>
            </a:endParaRPr>
          </a:p>
        </p:txBody>
      </p:sp>
      <p:sp>
        <p:nvSpPr>
          <p:cNvPr id="12" name="Google Shape;71;p10">
            <a:extLst xmlns:a="http://schemas.openxmlformats.org/drawingml/2006/main">
              <a:ext uri="{FF2B5EF4-FFF2-40B4-BE49-F238E27FC236}">
                <a16:creationId xmlns:a16="http://schemas.microsoft.com/office/drawing/2014/main" id="{9290E4FF-F3EE-4F57-97AF-32A9924FECEC}"/>
              </a:ext>
            </a:extLst>
          </p:cNvPr>
          <p:cNvSpPr>
            <a:spLocks xmlns:a="http://schemas.openxmlformats.org/drawingml/2006/main" noGrp="1"/>
          </p:cNvSpPr>
          <p:nvPr/>
        </p:nvSpPr>
        <p:spPr>
          <a:xfrm xmlns:a="http://schemas.openxmlformats.org/drawingml/2006/main">
            <a:off x="4572000" y="51308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Focused issues looked manageable.</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Clear examples we could investigate.</a:t>
            </a:r>
            <a:endParaRPr sz="2000">
              <a:solidFill>
                <a:srgbClr val="203B34"/>
              </a:solidFill>
              <a:latin typeface="Manrope"/>
              <a:ea typeface="Manrope"/>
              <a:cs typeface="Manrope"/>
            </a:endParaRPr>
          </a:p>
        </p:txBody>
      </p:sp>
    </p:spTree>
    <p:extLst>
      <p:ext uri="{BB962C8B-B14F-4D97-AF65-F5344CB8AC3E}">
        <p14:creationId xmlns:p14="http://schemas.microsoft.com/office/powerpoint/2010/main" val="1548229031"/>
      </p:ext>
    </p:extLst>
  </p:cSld>
</p:sld>
</file>

<file path=ppt/slides/slide2.xml><?xml version="1.0" encoding="utf-8"?>
<p:sld xmlns:p="http://schemas.openxmlformats.org/presentationml/2006/main">
  <p:cSld>
    <p:bg>
      <p:bgPr>
        <a:solidFill xmlns:a="http://schemas.openxmlformats.org/drawingml/2006/main">
          <a:srgbClr val="F0E8D9"/>
        </a:solidFill>
      </p:bgPr>
    </p:bg>
    <p:spTree>
      <p:nvGrpSpPr>
        <p:cNvPr id="1" name=""/>
        <p:cNvGrpSpPr/>
        <p:nvPr/>
      </p:nvGrpSpPr>
      <p:grpSpPr>
        <a:xfrm xmlns:a="http://schemas.openxmlformats.org/drawingml/2006/main"/>
      </p:grpSpPr>
      <p:sp>
        <p:nvSpPr>
          <p:cNvPr id="13" name="Google Shape;60;p10">
            <a:extLst xmlns:a="http://schemas.openxmlformats.org/drawingml/2006/main">
              <a:ext uri="{FF2B5EF4-FFF2-40B4-BE49-F238E27FC236}">
                <a16:creationId xmlns:a16="http://schemas.microsoft.com/office/drawing/2014/main" id="{20B27470-55F7-4856-A426-122ACA75D8A1}"/>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203B34"/>
                </a:solidFill>
                <a:latin typeface="Manrope"/>
                <a:ea typeface="Manrope"/>
                <a:cs typeface="Manrope"/>
              </a:rPr>
              <a:t>Q2 / ISSUE CHOICE</a:t>
            </a:r>
            <a:endParaRPr sz="1050" b="1">
              <a:solidFill>
                <a:srgbClr val="203B34"/>
              </a:solidFill>
              <a:latin typeface="Manrope"/>
              <a:ea typeface="Manrope"/>
              <a:cs typeface="Manrope"/>
            </a:endParaRPr>
          </a:p>
        </p:txBody>
      </p:sp>
      <p:sp>
        <p:nvSpPr>
          <p:cNvPr id="2" name="Google Shape;61;p10">
            <a:extLst xmlns:a="http://schemas.openxmlformats.org/drawingml/2006/main">
              <a:ext uri="{FF2B5EF4-FFF2-40B4-BE49-F238E27FC236}">
                <a16:creationId xmlns:a16="http://schemas.microsoft.com/office/drawing/2014/main" id="{58811C9E-00B0-47DD-ADAC-C6525C8173EC}"/>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02</a:t>
            </a:r>
            <a:endParaRPr sz="1000">
              <a:solidFill>
                <a:srgbClr val="52665B"/>
              </a:solidFill>
              <a:latin typeface="Manrope"/>
              <a:ea typeface="Manrope"/>
              <a:cs typeface="Manrope"/>
            </a:endParaRPr>
          </a:p>
        </p:txBody>
      </p:sp>
      <p:sp>
        <p:nvSpPr>
          <p:cNvPr id="3" name="Google Shape;62;p10">
            <a:extLst xmlns:a="http://schemas.openxmlformats.org/drawingml/2006/main">
              <a:ext uri="{FF2B5EF4-FFF2-40B4-BE49-F238E27FC236}">
                <a16:creationId xmlns:a16="http://schemas.microsoft.com/office/drawing/2014/main" id="{5C18B16A-C7D2-46B1-A891-69D2C4298DF7}"/>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203B34"/>
                </a:solidFill>
                <a:latin typeface="Manrope"/>
                <a:ea typeface="Manrope"/>
                <a:cs typeface="Manrope"/>
              </a:rPr>
              <a:t>Why these issues?</a:t>
            </a:r>
            <a:endParaRPr sz="3200" b="1">
              <a:solidFill>
                <a:srgbClr val="203B34"/>
              </a:solidFill>
              <a:latin typeface="Manrope"/>
              <a:ea typeface="Manrope"/>
              <a:cs typeface="Manrope"/>
            </a:endParaRPr>
          </a:p>
        </p:txBody>
      </p:sp>
      <p:sp>
        <p:nvSpPr>
          <p:cNvPr id="4" name="Google Shape;63;p10">
            <a:extLst xmlns:a="http://schemas.openxmlformats.org/drawingml/2006/main">
              <a:ext uri="{FF2B5EF4-FFF2-40B4-BE49-F238E27FC236}">
                <a16:creationId xmlns:a16="http://schemas.microsoft.com/office/drawing/2014/main" id="{888EB4C8-442B-4B0B-9255-93BCD41AC3D4}"/>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Kyubin Park / @u8026876</a:t>
            </a:r>
            <a:endParaRPr sz="1000">
              <a:solidFill>
                <a:srgbClr val="52665B"/>
              </a:solidFill>
              <a:latin typeface="Manrope"/>
              <a:ea typeface="Manrope"/>
              <a:cs typeface="Manrope"/>
            </a:endParaRPr>
          </a:p>
        </p:txBody>
      </p:sp>
      <p:sp>
        <p:nvSpPr>
          <p:cNvPr id="5" name="Google Shape;64;p10">
            <a:extLst xmlns:a="http://schemas.openxmlformats.org/drawingml/2006/main">
              <a:ext uri="{FF2B5EF4-FFF2-40B4-BE49-F238E27FC236}">
                <a16:creationId xmlns:a16="http://schemas.microsoft.com/office/drawing/2014/main" id="{5C47F4AB-3F4B-4646-8ED8-4DD3DBE48140}"/>
              </a:ext>
            </a:extLst>
          </p:cNvPr>
          <p:cNvSpPr>
            <a:spLocks xmlns:a="http://schemas.openxmlformats.org/drawingml/2006/main" noGrp="1"/>
          </p:cNvSpPr>
          <p:nvPr/>
        </p:nvSpPr>
        <p:spPr>
          <a:xfrm xmlns:a="http://schemas.openxmlformats.org/drawingml/2006/main">
            <a:off x="609600" y="20320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A14F37"/>
                </a:solidFill>
                <a:latin typeface="Manrope"/>
                <a:ea typeface="Manrope"/>
                <a:cs typeface="Manrope"/>
              </a:rPr>
              <a:t>TIKA-4431 / CSV #</a:t>
            </a:r>
            <a:endParaRPr sz="1600" b="1">
              <a:solidFill>
                <a:srgbClr val="A14F37"/>
              </a:solidFill>
              <a:latin typeface="Manrope"/>
              <a:ea typeface="Manrope"/>
              <a:cs typeface="Manrope"/>
            </a:endParaRPr>
          </a:p>
        </p:txBody>
      </p:sp>
      <p:sp>
        <p:nvSpPr>
          <p:cNvPr id="6" name="Google Shape;65;p10">
            <a:extLst xmlns:a="http://schemas.openxmlformats.org/drawingml/2006/main">
              <a:ext uri="{FF2B5EF4-FFF2-40B4-BE49-F238E27FC236}">
                <a16:creationId xmlns:a16="http://schemas.microsoft.com/office/drawing/2014/main" id="{8FEAF8E7-18E9-4636-AE68-D6C6BD9C0A51}"/>
              </a:ext>
            </a:extLst>
          </p:cNvPr>
          <p:cNvSpPr>
            <a:spLocks xmlns:a="http://schemas.openxmlformats.org/drawingml/2006/main" noGrp="1"/>
          </p:cNvSpPr>
          <p:nvPr/>
        </p:nvSpPr>
        <p:spPr>
          <a:xfrm xmlns:a="http://schemas.openxmlformats.org/drawingml/2006/main">
            <a:off x="4572000" y="20066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clear filename trigger.</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Focused fix with URL compatibility tests.</a:t>
            </a:r>
            <a:endParaRPr sz="2000">
              <a:solidFill>
                <a:srgbClr val="203B34"/>
              </a:solidFill>
              <a:latin typeface="Manrope"/>
              <a:ea typeface="Manrope"/>
              <a:cs typeface="Manrope"/>
            </a:endParaRPr>
          </a:p>
        </p:txBody>
      </p:sp>
      <p:sp>
        <p:nvSpPr>
          <p:cNvPr id="7" name="Google Shape;66;p10">
            <a:extLst xmlns:a="http://schemas.openxmlformats.org/drawingml/2006/main">
              <a:ext uri="{FF2B5EF4-FFF2-40B4-BE49-F238E27FC236}">
                <a16:creationId xmlns:a16="http://schemas.microsoft.com/office/drawing/2014/main" id="{4CFE24FD-A062-48CA-8E20-5AA3ED9B9D44}"/>
              </a:ext>
            </a:extLst>
          </p:cNvPr>
          <p:cNvSpPr>
            <a:spLocks xmlns:a="http://schemas.openxmlformats.org/drawingml/2006/main" noGrp="1"/>
          </p:cNvSpPr>
          <p:nvPr/>
        </p:nvSpPr>
        <p:spPr>
          <a:xfrm xmlns:a="http://schemas.openxmlformats.org/drawingml/2006/main">
            <a:off x="609600" y="30734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TIKA-4408 / Python</a:t>
            </a:r>
            <a:endParaRPr sz="1600" b="1">
              <a:solidFill>
                <a:srgbClr val="203B34"/>
              </a:solidFill>
              <a:latin typeface="Manrope"/>
              <a:ea typeface="Manrope"/>
              <a:cs typeface="Manrope"/>
            </a:endParaRPr>
          </a:p>
        </p:txBody>
      </p:sp>
      <p:sp>
        <p:nvSpPr>
          <p:cNvPr id="8" name="Google Shape;67;p10">
            <a:extLst xmlns:a="http://schemas.openxmlformats.org/drawingml/2006/main">
              <a:ext uri="{FF2B5EF4-FFF2-40B4-BE49-F238E27FC236}">
                <a16:creationId xmlns:a16="http://schemas.microsoft.com/office/drawing/2014/main" id="{207E738A-B214-4E10-8E0D-732AC4CC2283}"/>
              </a:ext>
            </a:extLst>
          </p:cNvPr>
          <p:cNvSpPr>
            <a:spLocks xmlns:a="http://schemas.openxmlformats.org/drawingml/2006/main" noGrp="1"/>
          </p:cNvSpPr>
          <p:nvPr/>
        </p:nvSpPr>
        <p:spPr>
          <a:xfrm xmlns:a="http://schemas.openxmlformats.org/drawingml/2006/main">
            <a:off x="4572000" y="30480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reproducible detection-rule mismatch.</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Test Python cases and Shell controls.</a:t>
            </a:r>
            <a:endParaRPr sz="2000">
              <a:solidFill>
                <a:srgbClr val="203B34"/>
              </a:solidFill>
              <a:latin typeface="Manrope"/>
              <a:ea typeface="Manrope"/>
              <a:cs typeface="Manrope"/>
            </a:endParaRPr>
          </a:p>
        </p:txBody>
      </p:sp>
      <p:sp>
        <p:nvSpPr>
          <p:cNvPr id="9" name="Google Shape;68;p10">
            <a:extLst xmlns:a="http://schemas.openxmlformats.org/drawingml/2006/main">
              <a:ext uri="{FF2B5EF4-FFF2-40B4-BE49-F238E27FC236}">
                <a16:creationId xmlns:a16="http://schemas.microsoft.com/office/drawing/2014/main" id="{02B3D520-F8DD-4BFD-8CA6-0B1D0A3E1C8E}"/>
              </a:ext>
            </a:extLst>
          </p:cNvPr>
          <p:cNvSpPr>
            <a:spLocks xmlns:a="http://schemas.openxmlformats.org/drawingml/2006/main" noGrp="1"/>
          </p:cNvSpPr>
          <p:nvPr/>
        </p:nvSpPr>
        <p:spPr>
          <a:xfrm xmlns:a="http://schemas.openxmlformats.org/drawingml/2006/main">
            <a:off x="609600" y="41148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TIKA-4694 / Word</a:t>
            </a:r>
            <a:endParaRPr sz="1600" b="1">
              <a:solidFill>
                <a:srgbClr val="203B34"/>
              </a:solidFill>
              <a:latin typeface="Manrope"/>
              <a:ea typeface="Manrope"/>
              <a:cs typeface="Manrope"/>
            </a:endParaRPr>
          </a:p>
        </p:txBody>
      </p:sp>
      <p:sp>
        <p:nvSpPr>
          <p:cNvPr id="10" name="Google Shape;69;p10">
            <a:extLst xmlns:a="http://schemas.openxmlformats.org/drawingml/2006/main">
              <a:ext uri="{FF2B5EF4-FFF2-40B4-BE49-F238E27FC236}">
                <a16:creationId xmlns:a16="http://schemas.microsoft.com/office/drawing/2014/main" id="{21037401-D469-4BCC-82FA-33AF0FB80825}"/>
              </a:ext>
            </a:extLst>
          </p:cNvPr>
          <p:cNvSpPr>
            <a:spLocks xmlns:a="http://schemas.openxmlformats.org/drawingml/2006/main" noGrp="1"/>
          </p:cNvSpPr>
          <p:nvPr/>
        </p:nvSpPr>
        <p:spPr>
          <a:xfrm xmlns:a="http://schemas.openxmlformats.org/drawingml/2006/main">
            <a:off x="4572000" y="40894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Known stored metadata was missing.</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Existing APIs and a regression fixture.</a:t>
            </a:r>
            <a:endParaRPr sz="2000">
              <a:solidFill>
                <a:srgbClr val="203B34"/>
              </a:solidFill>
              <a:latin typeface="Manrope"/>
              <a:ea typeface="Manrope"/>
              <a:cs typeface="Manrope"/>
            </a:endParaRPr>
          </a:p>
        </p:txBody>
      </p:sp>
      <p:sp>
        <p:nvSpPr>
          <p:cNvPr id="11" name="Google Shape;70;p10">
            <a:extLst xmlns:a="http://schemas.openxmlformats.org/drawingml/2006/main">
              <a:ext uri="{FF2B5EF4-FFF2-40B4-BE49-F238E27FC236}">
                <a16:creationId xmlns:a16="http://schemas.microsoft.com/office/drawing/2014/main" id="{DD36E3F5-1DC3-43A9-9487-666E64A19FC4}"/>
              </a:ext>
            </a:extLst>
          </p:cNvPr>
          <p:cNvSpPr>
            <a:spLocks xmlns:a="http://schemas.openxmlformats.org/drawingml/2006/main" noGrp="1"/>
          </p:cNvSpPr>
          <p:nvPr/>
        </p:nvSpPr>
        <p:spPr>
          <a:xfrm xmlns:a="http://schemas.openxmlformats.org/drawingml/2006/main">
            <a:off x="609600" y="51562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TIKA-4083 / investigation</a:t>
            </a:r>
            <a:endParaRPr sz="1600" b="1">
              <a:solidFill>
                <a:srgbClr val="203B34"/>
              </a:solidFill>
              <a:latin typeface="Manrope"/>
              <a:ea typeface="Manrope"/>
              <a:cs typeface="Manrope"/>
            </a:endParaRPr>
          </a:p>
        </p:txBody>
      </p:sp>
      <p:sp>
        <p:nvSpPr>
          <p:cNvPr id="12" name="Google Shape;71;p10">
            <a:extLst xmlns:a="http://schemas.openxmlformats.org/drawingml/2006/main">
              <a:ext uri="{FF2B5EF4-FFF2-40B4-BE49-F238E27FC236}">
                <a16:creationId xmlns:a16="http://schemas.microsoft.com/office/drawing/2014/main" id="{9290E4FF-F3EE-4F57-97AF-32A9924FECEC}"/>
              </a:ext>
            </a:extLst>
          </p:cNvPr>
          <p:cNvSpPr>
            <a:spLocks xmlns:a="http://schemas.openxmlformats.org/drawingml/2006/main" noGrp="1"/>
          </p:cNvSpPr>
          <p:nvPr/>
        </p:nvSpPr>
        <p:spPr>
          <a:xfrm xmlns:a="http://schemas.openxmlformats.org/drawingml/2006/main">
            <a:off x="4572000" y="51308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Distinct signature and sample files.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focused detection investigation.</a:t>
            </a:r>
            <a:endParaRPr sz="2000">
              <a:solidFill>
                <a:srgbClr val="203B34"/>
              </a:solidFill>
              <a:latin typeface="Manrope"/>
              <a:ea typeface="Manrope"/>
              <a:cs typeface="Manrope"/>
            </a:endParaRPr>
          </a:p>
        </p:txBody>
      </p:sp>
    </p:spTree>
    <p:extLst>
      <p:ext uri="{BB962C8B-B14F-4D97-AF65-F5344CB8AC3E}">
        <p14:creationId xmlns:p14="http://schemas.microsoft.com/office/powerpoint/2010/main" val="1548229031"/>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2026-10-24T23:55:49.1190000Z</dcterms:created>
  <dcterms:modified xsi:type="dcterms:W3CDTF">2026-10-24T23:55:49.1190000Z</dcterms:modified>
</coreProperties>
</file>