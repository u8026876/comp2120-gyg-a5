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3"/>
    <p:sldMasterId id="2147483654"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embeddedFontLst>
    <p:embeddedFont>
      <p:font typeface="Manrope"/>
      <p:regular r:id="rId13"/>
      <p:bold r:id="rId14"/>
    </p:embeddedFont>
    <p:embeddedFont>
      <p:font typeface="Roboto Mon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Manrope-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RobotoMono-regular.fntdata"/><Relationship Id="rId14" Type="http://schemas.openxmlformats.org/officeDocument/2006/relationships/font" Target="fonts/Manrope-bold.fntdata"/><Relationship Id="rId17" Type="http://schemas.openxmlformats.org/officeDocument/2006/relationships/font" Target="fonts/RobotoMono-italic.fntdata"/><Relationship Id="rId16"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Mon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Reusable cover. Replace all bracketed prompts with the presenter, actual contribution and short context. This is a layout library, not a completed group presentation. Keep the approved typography, palette and spacing. Read presentation/AGENTS.md, README.md and design-tokens.json before authoring.</a:t>
            </a:r>
            <a:endParaRPr/>
          </a:p>
        </p:txBody>
      </p:sp>
      <p:sp>
        <p:nvSpPr>
          <p:cNvPr id="31" name="Google Shape;3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Reusable problem comparison. The hash filename is an illustrative layout placeholder, not a claim about your issue. Replace the hero input, before/after interpretations and results with actual evidence from your own work. Preserve one large visual focus. Explain what the comparison establishes and its limit. Keep the cream band, forest hero and terracotta emphasis. If your problem is not a parsing problem, rename the path/fragment labels while keeping the layout. Add source links, actual revision/command and assistance disclosure here.</a:t>
            </a:r>
            <a:endParaRPr/>
          </a:p>
        </p:txBody>
      </p:sp>
      <p:sp>
        <p:nvSpPr>
          <p:cNvPr id="40" name="Google Shape;4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Reusable decision layout. Replace the four rows with a concrete problem/alternative, chosen rule, compatibility boundary and trade-off. Keep statements precise and short. Put a 45–55 second suggested script and supporting source links here. Do not claim choices or understanding on someone else's behalf.</a:t>
            </a:r>
            <a:endParaRPr/>
          </a:p>
        </p:txBody>
      </p:sp>
      <p:sp>
        <p:nvSpPr>
          <p:cNvPr id="58" name="Google Shape;5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Reusable evidence layout. Replace the three rows with genuine regression coverage, scope/result, and a lesson or remaining check. State exact commands, revisions, counts/skips and limitations in notes. A local green run does not establish remote CI, whole-repository correctness or upstream acceptance. No example counts are supplied by this template.</a:t>
            </a:r>
            <a:endParaRPr/>
          </a:p>
        </p:txBody>
      </p:sp>
      <p:sp>
        <p:nvSpPr>
          <p:cNvPr id="75" name="Google Shape;7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Reusable explanation and evidence layout. Replace the left prompts with the trigger, issue rationale and chosen approach. Replace the right prompt with a readable actual screenshot, short editable code excerpt or diagram. Fit the whole meaningful screenshot; preserve its aspect ratio. Include a short caption and sources. Put your spoken explanation, evidence and assistance disclosure in notes.</a:t>
            </a:r>
            <a:endParaRPr/>
          </a:p>
        </p:txBody>
      </p:sp>
      <p:sp>
        <p:nvSpPr>
          <p:cNvPr id="93" name="Google Shape;9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Reusable demonstration layout. Show one input and one visible result. Replace the central prompt with actual evidence. State whether this is a live run, recorded run or expected behaviour. Prepare a static fallback for live demos. Keep the code/example editable when possible, or preserve screenshot aspect ratio. Include command, revision, source, outcome and limitations in notes.</a:t>
            </a:r>
            <a:endParaRPr/>
          </a:p>
        </p:txBody>
      </p:sp>
      <p:sp>
        <p:nvSpPr>
          <p:cNvPr id="109" name="Google Shape;10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 only; skipped during a presentation. Six reusable layouts precede this guide. Duplicate only what your section needs and remove unused library slides from your final section. Read the machine-readable design tokens and agent instructions. Target about 55 seconds per teammate section, and coordinate any extra slide/time with the group. Return an editable PPTX with a rendered PDF or PNG preview and source-bearing speaker notes. Do not copy the TIKA-4431 worked example as your contribution.</a:t>
            </a:r>
            <a:endParaRPr/>
          </a:p>
        </p:txBody>
      </p:sp>
      <p:sp>
        <p:nvSpPr>
          <p:cNvPr id="121" name="Google Shape;121;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Title">
  <p:cSld name="A4 - Title">
    <p:spTree>
      <p:nvGrpSpPr>
        <p:cNvPr id="10" name="Shape 10"/>
        <p:cNvGrpSpPr/>
        <p:nvPr/>
      </p:nvGrpSpPr>
      <p:grpSpPr>
        <a:xfrm>
          <a:off x="0" y="0"/>
          <a:ext cx="0" cy="0"/>
          <a:chOff x="0" y="0"/>
          <a:chExt cx="0" cy="0"/>
        </a:xfrm>
      </p:grpSpPr>
      <p:sp>
        <p:nvSpPr>
          <p:cNvPr id="11" name="Google Shape;11;p2"/>
          <p:cNvSpPr txBox="1"/>
          <p:nvPr>
            <p:ph type="title"/>
          </p:nvPr>
        </p:nvSpPr>
        <p:spPr>
          <a:xfrm>
            <a:off x="609600" y="1428750"/>
            <a:ext cx="10477500" cy="154305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2"/>
          <p:cNvSpPr txBox="1"/>
          <p:nvPr>
            <p:ph idx="1" type="subTitle"/>
          </p:nvPr>
        </p:nvSpPr>
        <p:spPr>
          <a:xfrm>
            <a:off x="609600" y="3333750"/>
            <a:ext cx="10477500" cy="85725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Explanation and visual">
  <p:cSld name="A4 - Explanation and visual">
    <p:spTree>
      <p:nvGrpSpPr>
        <p:cNvPr id="14" name="Shape 14"/>
        <p:cNvGrpSpPr/>
        <p:nvPr/>
      </p:nvGrpSpPr>
      <p:grpSpPr>
        <a:xfrm>
          <a:off x="0" y="0"/>
          <a:ext cx="0" cy="0"/>
          <a:chOff x="0" y="0"/>
          <a:chExt cx="0" cy="0"/>
        </a:xfrm>
      </p:grpSpPr>
      <p:sp>
        <p:nvSpPr>
          <p:cNvPr id="15" name="Google Shape;15;p4"/>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6" name="Google Shape;16;p4"/>
          <p:cNvSpPr txBox="1"/>
          <p:nvPr>
            <p:ph idx="1" type="body"/>
          </p:nvPr>
        </p:nvSpPr>
        <p:spPr>
          <a:xfrm>
            <a:off x="609600" y="2000250"/>
            <a:ext cx="4476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 name="Google Shape;17;p4"/>
          <p:cNvSpPr txBox="1"/>
          <p:nvPr>
            <p:ph idx="2" type="body"/>
          </p:nvPr>
        </p:nvSpPr>
        <p:spPr>
          <a:xfrm>
            <a:off x="5581650" y="2000250"/>
            <a:ext cx="6000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Two columns">
  <p:cSld name="A4 - Two columns">
    <p:spTree>
      <p:nvGrpSpPr>
        <p:cNvPr id="18" name="Shape 18"/>
        <p:cNvGrpSpPr/>
        <p:nvPr/>
      </p:nvGrpSpPr>
      <p:grpSpPr>
        <a:xfrm>
          <a:off x="0" y="0"/>
          <a:ext cx="0" cy="0"/>
          <a:chOff x="0" y="0"/>
          <a:chExt cx="0" cy="0"/>
        </a:xfrm>
      </p:grpSpPr>
      <p:sp>
        <p:nvSpPr>
          <p:cNvPr id="19" name="Google Shape;19;p5"/>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 name="Google Shape;20;p5"/>
          <p:cNvSpPr txBox="1"/>
          <p:nvPr>
            <p:ph idx="1" type="body"/>
          </p:nvPr>
        </p:nvSpPr>
        <p:spPr>
          <a:xfrm>
            <a:off x="609600" y="2000250"/>
            <a:ext cx="5238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1" name="Google Shape;21;p5"/>
          <p:cNvSpPr txBox="1"/>
          <p:nvPr>
            <p:ph idx="2" type="body"/>
          </p:nvPr>
        </p:nvSpPr>
        <p:spPr>
          <a:xfrm>
            <a:off x="6343650" y="2000250"/>
            <a:ext cx="5238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Title and content">
  <p:cSld name="A4 - Title and content">
    <p:spTree>
      <p:nvGrpSpPr>
        <p:cNvPr id="22" name="Shape 22"/>
        <p:cNvGrpSpPr/>
        <p:nvPr/>
      </p:nvGrpSpPr>
      <p:grpSpPr>
        <a:xfrm>
          <a:off x="0" y="0"/>
          <a:ext cx="0" cy="0"/>
          <a:chOff x="0" y="0"/>
          <a:chExt cx="0" cy="0"/>
        </a:xfrm>
      </p:grpSpPr>
      <p:sp>
        <p:nvSpPr>
          <p:cNvPr id="23" name="Google Shape;23;p6"/>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 name="Google Shape;24;p6"/>
          <p:cNvSpPr txBox="1"/>
          <p:nvPr>
            <p:ph idx="1" type="body"/>
          </p:nvPr>
        </p:nvSpPr>
        <p:spPr>
          <a:xfrm>
            <a:off x="609600" y="1952625"/>
            <a:ext cx="10972800" cy="409575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Large visual">
  <p:cSld name="A4 - Large visual">
    <p:spTree>
      <p:nvGrpSpPr>
        <p:cNvPr id="25" name="Shape 25"/>
        <p:cNvGrpSpPr/>
        <p:nvPr/>
      </p:nvGrpSpPr>
      <p:grpSpPr>
        <a:xfrm>
          <a:off x="0" y="0"/>
          <a:ext cx="0" cy="0"/>
          <a:chOff x="0" y="0"/>
          <a:chExt cx="0" cy="0"/>
        </a:xfrm>
      </p:grpSpPr>
      <p:sp>
        <p:nvSpPr>
          <p:cNvPr id="26" name="Google Shape;26;p7"/>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 name="Google Shape;27;p7"/>
          <p:cNvSpPr txBox="1"/>
          <p:nvPr>
            <p:ph idx="1" type="body"/>
          </p:nvPr>
        </p:nvSpPr>
        <p:spPr>
          <a:xfrm>
            <a:off x="609600" y="2000250"/>
            <a:ext cx="1097280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 name="Shape 1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3B34"/>
        </a:solidFill>
      </p:bgPr>
    </p:bg>
    <p:spTree>
      <p:nvGrpSpPr>
        <p:cNvPr id="32" name="Shape 32"/>
        <p:cNvGrpSpPr/>
        <p:nvPr/>
      </p:nvGrpSpPr>
      <p:grpSpPr>
        <a:xfrm>
          <a:off x="0" y="0"/>
          <a:ext cx="0" cy="0"/>
          <a:chOff x="0" y="0"/>
          <a:chExt cx="0" cy="0"/>
        </a:xfrm>
      </p:grpSpPr>
      <p:sp>
        <p:nvSpPr>
          <p:cNvPr id="33" name="Google Shape;33;p8"/>
          <p:cNvSpPr txBox="1"/>
          <p:nvPr>
            <p:ph type="title"/>
          </p:nvPr>
        </p:nvSpPr>
        <p:spPr>
          <a:xfrm>
            <a:off x="609600" y="1422400"/>
            <a:ext cx="10972800" cy="218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5600">
                <a:solidFill>
                  <a:srgbClr val="F0E8D9"/>
                </a:solidFill>
                <a:latin typeface="Manrope"/>
                <a:ea typeface="Manrope"/>
                <a:cs typeface="Manrope"/>
                <a:sym typeface="Manrope"/>
              </a:rPr>
              <a:t>Your contribution</a:t>
            </a:r>
            <a:endParaRPr b="1" sz="5600">
              <a:solidFill>
                <a:srgbClr val="F0E8D9"/>
              </a:solidFill>
              <a:latin typeface="Manrope"/>
              <a:ea typeface="Manrope"/>
              <a:cs typeface="Manrope"/>
              <a:sym typeface="Manrope"/>
            </a:endParaRPr>
          </a:p>
          <a:p>
            <a:pPr indent="0" lvl="0" marL="0" marR="0" rtl="0" algn="l">
              <a:spcBef>
                <a:spcPts val="0"/>
              </a:spcBef>
              <a:spcAft>
                <a:spcPts val="0"/>
              </a:spcAft>
              <a:buNone/>
            </a:pPr>
            <a:r>
              <a:rPr b="1" lang="en-US" sz="4200">
                <a:solidFill>
                  <a:srgbClr val="F0E8D9"/>
                </a:solidFill>
                <a:latin typeface="Manrope"/>
                <a:ea typeface="Manrope"/>
                <a:cs typeface="Manrope"/>
                <a:sym typeface="Manrope"/>
              </a:rPr>
              <a:t>Issue and decision</a:t>
            </a:r>
            <a:endParaRPr b="1" sz="4200">
              <a:solidFill>
                <a:srgbClr val="F0E8D9"/>
              </a:solidFill>
              <a:latin typeface="Manrope"/>
              <a:ea typeface="Manrope"/>
              <a:cs typeface="Manrope"/>
              <a:sym typeface="Manrope"/>
            </a:endParaRPr>
          </a:p>
        </p:txBody>
      </p:sp>
      <p:sp>
        <p:nvSpPr>
          <p:cNvPr id="34" name="Google Shape;34;p8"/>
          <p:cNvSpPr txBox="1"/>
          <p:nvPr>
            <p:ph idx="1" type="subTitle"/>
          </p:nvPr>
        </p:nvSpPr>
        <p:spPr>
          <a:xfrm>
            <a:off x="609600" y="3898900"/>
            <a:ext cx="1003290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200">
                <a:solidFill>
                  <a:srgbClr val="B8C7AB"/>
                </a:solidFill>
                <a:latin typeface="Manrope"/>
                <a:ea typeface="Manrope"/>
                <a:cs typeface="Manrope"/>
                <a:sym typeface="Manrope"/>
              </a:rPr>
              <a:t>[One sentence about the problem and the change]</a:t>
            </a:r>
            <a:endParaRPr sz="2200">
              <a:solidFill>
                <a:srgbClr val="B8C7AB"/>
              </a:solidFill>
              <a:latin typeface="Manrope"/>
              <a:ea typeface="Manrope"/>
              <a:cs typeface="Manrope"/>
              <a:sym typeface="Manrope"/>
            </a:endParaRPr>
          </a:p>
        </p:txBody>
      </p:sp>
      <p:sp>
        <p:nvSpPr>
          <p:cNvPr id="35" name="Google Shape;35;p8"/>
          <p:cNvSpPr/>
          <p:nvPr/>
        </p:nvSpPr>
        <p:spPr>
          <a:xfrm>
            <a:off x="609600" y="5562600"/>
            <a:ext cx="10972800" cy="43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F0E8D9"/>
                </a:solidFill>
                <a:latin typeface="Manrope"/>
                <a:ea typeface="Manrope"/>
                <a:cs typeface="Manrope"/>
                <a:sym typeface="Manrope"/>
              </a:rPr>
              <a:t>[Presenter name]  /  [GitHub username]</a:t>
            </a:r>
            <a:endParaRPr sz="1600">
              <a:solidFill>
                <a:srgbClr val="F0E8D9"/>
              </a:solidFill>
              <a:latin typeface="Manrope"/>
              <a:ea typeface="Manrope"/>
              <a:cs typeface="Manrope"/>
              <a:sym typeface="Manrope"/>
            </a:endParaRPr>
          </a:p>
        </p:txBody>
      </p:sp>
      <p:sp>
        <p:nvSpPr>
          <p:cNvPr id="36" name="Google Shape;36;p8"/>
          <p:cNvSpPr/>
          <p:nvPr/>
        </p:nvSpPr>
        <p:spPr>
          <a:xfrm>
            <a:off x="609600" y="6172200"/>
            <a:ext cx="109728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00">
                <a:solidFill>
                  <a:srgbClr val="B8C7AB"/>
                </a:solidFill>
                <a:latin typeface="Roboto Mono"/>
                <a:ea typeface="Roboto Mono"/>
                <a:cs typeface="Roboto Mono"/>
                <a:sym typeface="Roboto Mono"/>
              </a:rPr>
              <a:t>COMP2120 A4   [Tutorial]   [Presentation date]</a:t>
            </a:r>
            <a:endParaRPr sz="1200">
              <a:solidFill>
                <a:srgbClr val="B8C7AB"/>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3B34"/>
        </a:solidFill>
      </p:bgPr>
    </p:bg>
    <p:spTree>
      <p:nvGrpSpPr>
        <p:cNvPr id="41" name="Shape 41"/>
        <p:cNvGrpSpPr/>
        <p:nvPr/>
      </p:nvGrpSpPr>
      <p:grpSpPr>
        <a:xfrm>
          <a:off x="0" y="0"/>
          <a:ext cx="0" cy="0"/>
          <a:chOff x="0" y="0"/>
          <a:chExt cx="0" cy="0"/>
        </a:xfrm>
      </p:grpSpPr>
      <p:sp>
        <p:nvSpPr>
          <p:cNvPr id="42" name="Google Shape;42;p9"/>
          <p:cNvSpPr/>
          <p:nvPr/>
        </p:nvSpPr>
        <p:spPr>
          <a:xfrm>
            <a:off x="0" y="3835400"/>
            <a:ext cx="12192000" cy="3022500"/>
          </a:xfrm>
          <a:prstGeom prst="rect">
            <a:avLst/>
          </a:prstGeom>
          <a:solidFill>
            <a:srgbClr val="F0E8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 name="Google Shape;43;p9"/>
          <p:cNvSpPr/>
          <p:nvPr/>
        </p:nvSpPr>
        <p:spPr>
          <a:xfrm>
            <a:off x="609600" y="330200"/>
            <a:ext cx="96519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B8C7AB"/>
                </a:solidFill>
                <a:latin typeface="Roboto Mono"/>
                <a:ea typeface="Roboto Mono"/>
                <a:cs typeface="Roboto Mono"/>
                <a:sym typeface="Roboto Mono"/>
              </a:rPr>
              <a:t>[ISSUE ID] / PROBLEM</a:t>
            </a:r>
            <a:endParaRPr sz="1100">
              <a:solidFill>
                <a:srgbClr val="B8C7AB"/>
              </a:solidFill>
              <a:latin typeface="Roboto Mono"/>
              <a:ea typeface="Roboto Mono"/>
              <a:cs typeface="Roboto Mono"/>
              <a:sym typeface="Roboto Mono"/>
            </a:endParaRPr>
          </a:p>
        </p:txBody>
      </p:sp>
      <p:sp>
        <p:nvSpPr>
          <p:cNvPr id="44" name="Google Shape;44;p9"/>
          <p:cNvSpPr/>
          <p:nvPr/>
        </p:nvSpPr>
        <p:spPr>
          <a:xfrm>
            <a:off x="10871200" y="330200"/>
            <a:ext cx="711300" cy="279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100">
                <a:solidFill>
                  <a:srgbClr val="B8C7AB"/>
                </a:solidFill>
                <a:latin typeface="Roboto Mono"/>
                <a:ea typeface="Roboto Mono"/>
                <a:cs typeface="Roboto Mono"/>
                <a:sym typeface="Roboto Mono"/>
              </a:rPr>
              <a:t>02</a:t>
            </a:r>
            <a:endParaRPr sz="1100">
              <a:solidFill>
                <a:srgbClr val="B8C7AB"/>
              </a:solidFill>
              <a:latin typeface="Roboto Mono"/>
              <a:ea typeface="Roboto Mono"/>
              <a:cs typeface="Roboto Mono"/>
              <a:sym typeface="Roboto Mono"/>
            </a:endParaRPr>
          </a:p>
        </p:txBody>
      </p:sp>
      <p:sp>
        <p:nvSpPr>
          <p:cNvPr id="45" name="Google Shape;45;p9"/>
          <p:cNvSpPr txBox="1"/>
          <p:nvPr>
            <p:ph type="title"/>
          </p:nvPr>
        </p:nvSpPr>
        <p:spPr>
          <a:xfrm>
            <a:off x="609600" y="952500"/>
            <a:ext cx="10972800" cy="9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500">
                <a:solidFill>
                  <a:srgbClr val="F0E8D9"/>
                </a:solidFill>
                <a:latin typeface="Manrope"/>
                <a:ea typeface="Manrope"/>
                <a:cs typeface="Manrope"/>
                <a:sym typeface="Manrope"/>
              </a:rPr>
              <a:t>[One clear problem statement]</a:t>
            </a:r>
            <a:endParaRPr b="1" sz="3500">
              <a:solidFill>
                <a:srgbClr val="F0E8D9"/>
              </a:solidFill>
              <a:latin typeface="Manrope"/>
              <a:ea typeface="Manrope"/>
              <a:cs typeface="Manrope"/>
              <a:sym typeface="Manrope"/>
            </a:endParaRPr>
          </a:p>
        </p:txBody>
      </p:sp>
      <p:sp>
        <p:nvSpPr>
          <p:cNvPr id="46" name="Google Shape;46;p9"/>
          <p:cNvSpPr/>
          <p:nvPr/>
        </p:nvSpPr>
        <p:spPr>
          <a:xfrm>
            <a:off x="7620000" y="6578600"/>
            <a:ext cx="3962400" cy="203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900">
                <a:solidFill>
                  <a:srgbClr val="203B34"/>
                </a:solidFill>
                <a:latin typeface="Manrope"/>
                <a:ea typeface="Manrope"/>
                <a:cs typeface="Manrope"/>
                <a:sym typeface="Manrope"/>
              </a:rPr>
              <a:t>[Presenter name]</a:t>
            </a:r>
            <a:endParaRPr sz="900">
              <a:solidFill>
                <a:srgbClr val="203B34"/>
              </a:solidFill>
              <a:latin typeface="Manrope"/>
              <a:ea typeface="Manrope"/>
              <a:cs typeface="Manrope"/>
              <a:sym typeface="Manrope"/>
            </a:endParaRPr>
          </a:p>
        </p:txBody>
      </p:sp>
      <p:sp>
        <p:nvSpPr>
          <p:cNvPr id="47" name="Google Shape;47;p9"/>
          <p:cNvSpPr/>
          <p:nvPr/>
        </p:nvSpPr>
        <p:spPr>
          <a:xfrm>
            <a:off x="609600" y="4152900"/>
            <a:ext cx="50799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A14F37"/>
                </a:solidFill>
                <a:latin typeface="Manrope"/>
                <a:ea typeface="Manrope"/>
                <a:cs typeface="Manrope"/>
                <a:sym typeface="Manrope"/>
              </a:rPr>
              <a:t>BEFORE / ORIGINAL INTERPRETATION</a:t>
            </a:r>
            <a:endParaRPr b="1" sz="1200">
              <a:solidFill>
                <a:srgbClr val="A14F37"/>
              </a:solidFill>
              <a:latin typeface="Manrope"/>
              <a:ea typeface="Manrope"/>
              <a:cs typeface="Manrope"/>
              <a:sym typeface="Manrope"/>
            </a:endParaRPr>
          </a:p>
        </p:txBody>
      </p:sp>
      <p:sp>
        <p:nvSpPr>
          <p:cNvPr id="48" name="Google Shape;48;p9"/>
          <p:cNvSpPr/>
          <p:nvPr/>
        </p:nvSpPr>
        <p:spPr>
          <a:xfrm>
            <a:off x="6604000" y="4152900"/>
            <a:ext cx="49785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203B34"/>
                </a:solidFill>
                <a:latin typeface="Manrope"/>
                <a:ea typeface="Manrope"/>
                <a:cs typeface="Manrope"/>
                <a:sym typeface="Manrope"/>
              </a:rPr>
              <a:t>AFTER / CHOSEN INTERPRETATION</a:t>
            </a:r>
            <a:endParaRPr b="1" sz="1200">
              <a:solidFill>
                <a:srgbClr val="203B34"/>
              </a:solidFill>
              <a:latin typeface="Manrope"/>
              <a:ea typeface="Manrope"/>
              <a:cs typeface="Manrope"/>
              <a:sym typeface="Manrope"/>
            </a:endParaRPr>
          </a:p>
        </p:txBody>
      </p:sp>
      <p:sp>
        <p:nvSpPr>
          <p:cNvPr id="49" name="Google Shape;49;p9"/>
          <p:cNvSpPr/>
          <p:nvPr/>
        </p:nvSpPr>
        <p:spPr>
          <a:xfrm>
            <a:off x="609600" y="2286000"/>
            <a:ext cx="10972800" cy="105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800">
                <a:solidFill>
                  <a:srgbClr val="F0E8D9"/>
                </a:solidFill>
                <a:latin typeface="Roboto Mono"/>
                <a:ea typeface="Roboto Mono"/>
                <a:cs typeface="Roboto Mono"/>
                <a:sym typeface="Roboto Mono"/>
              </a:rPr>
              <a:t>input</a:t>
            </a:r>
            <a:r>
              <a:rPr b="1" lang="en-US" sz="4800">
                <a:solidFill>
                  <a:srgbClr val="D99575"/>
                </a:solidFill>
                <a:latin typeface="Roboto Mono"/>
                <a:ea typeface="Roboto Mono"/>
                <a:cs typeface="Roboto Mono"/>
                <a:sym typeface="Roboto Mono"/>
              </a:rPr>
              <a:t>#</a:t>
            </a:r>
            <a:r>
              <a:rPr lang="en-US" sz="4800">
                <a:solidFill>
                  <a:srgbClr val="F0E8D9"/>
                </a:solidFill>
                <a:latin typeface="Roboto Mono"/>
                <a:ea typeface="Roboto Mono"/>
                <a:cs typeface="Roboto Mono"/>
                <a:sym typeface="Roboto Mono"/>
              </a:rPr>
              <a:t>name.ext</a:t>
            </a:r>
            <a:endParaRPr sz="4800">
              <a:solidFill>
                <a:srgbClr val="F0E8D9"/>
              </a:solidFill>
              <a:latin typeface="Roboto Mono"/>
              <a:ea typeface="Roboto Mono"/>
              <a:cs typeface="Roboto Mono"/>
              <a:sym typeface="Roboto Mono"/>
            </a:endParaRPr>
          </a:p>
        </p:txBody>
      </p:sp>
      <p:sp>
        <p:nvSpPr>
          <p:cNvPr id="50" name="Google Shape;50;p9"/>
          <p:cNvSpPr/>
          <p:nvPr/>
        </p:nvSpPr>
        <p:spPr>
          <a:xfrm>
            <a:off x="609600" y="4673600"/>
            <a:ext cx="53340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203B34"/>
                </a:solidFill>
                <a:latin typeface="Roboto Mono"/>
                <a:ea typeface="Roboto Mono"/>
                <a:cs typeface="Roboto Mono"/>
                <a:sym typeface="Roboto Mono"/>
              </a:rPr>
              <a:t>path:     [path only]</a:t>
            </a:r>
            <a:endParaRPr sz="1900">
              <a:solidFill>
                <a:srgbClr val="203B34"/>
              </a:solidFill>
              <a:latin typeface="Roboto Mono"/>
              <a:ea typeface="Roboto Mono"/>
              <a:cs typeface="Roboto Mono"/>
              <a:sym typeface="Roboto Mono"/>
            </a:endParaRPr>
          </a:p>
          <a:p>
            <a:pPr indent="0" lvl="0" marL="0" marR="0" rtl="0" algn="l">
              <a:spcBef>
                <a:spcPts val="0"/>
              </a:spcBef>
              <a:spcAft>
                <a:spcPts val="0"/>
              </a:spcAft>
              <a:buNone/>
            </a:pPr>
            <a:r>
              <a:rPr lang="en-US" sz="1900">
                <a:solidFill>
                  <a:srgbClr val="203B34"/>
                </a:solidFill>
                <a:latin typeface="Roboto Mono"/>
                <a:ea typeface="Roboto Mono"/>
                <a:cs typeface="Roboto Mono"/>
                <a:sym typeface="Roboto Mono"/>
              </a:rPr>
              <a:t>fragment: [suffix after #]</a:t>
            </a:r>
            <a:endParaRPr sz="1900">
              <a:solidFill>
                <a:srgbClr val="203B34"/>
              </a:solidFill>
              <a:latin typeface="Roboto Mono"/>
              <a:ea typeface="Roboto Mono"/>
              <a:cs typeface="Roboto Mono"/>
              <a:sym typeface="Roboto Mono"/>
            </a:endParaRPr>
          </a:p>
        </p:txBody>
      </p:sp>
      <p:sp>
        <p:nvSpPr>
          <p:cNvPr id="51" name="Google Shape;51;p9"/>
          <p:cNvSpPr/>
          <p:nvPr/>
        </p:nvSpPr>
        <p:spPr>
          <a:xfrm>
            <a:off x="6604000" y="4673600"/>
            <a:ext cx="49785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200">
                <a:solidFill>
                  <a:srgbClr val="203B34"/>
                </a:solidFill>
                <a:latin typeface="Roboto Mono"/>
                <a:ea typeface="Roboto Mono"/>
                <a:cs typeface="Roboto Mono"/>
                <a:sym typeface="Roboto Mono"/>
              </a:rPr>
              <a:t>[complete filename]</a:t>
            </a:r>
            <a:endParaRPr sz="2200">
              <a:solidFill>
                <a:srgbClr val="203B34"/>
              </a:solidFill>
              <a:latin typeface="Roboto Mono"/>
              <a:ea typeface="Roboto Mono"/>
              <a:cs typeface="Roboto Mono"/>
              <a:sym typeface="Roboto Mono"/>
            </a:endParaRPr>
          </a:p>
        </p:txBody>
      </p:sp>
      <p:sp>
        <p:nvSpPr>
          <p:cNvPr id="52" name="Google Shape;52;p9"/>
          <p:cNvSpPr/>
          <p:nvPr/>
        </p:nvSpPr>
        <p:spPr>
          <a:xfrm>
            <a:off x="6604000" y="5562600"/>
            <a:ext cx="49785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00">
                <a:solidFill>
                  <a:srgbClr val="203B34"/>
                </a:solidFill>
                <a:latin typeface="Roboto Mono"/>
                <a:ea typeface="Roboto Mono"/>
                <a:cs typeface="Roboto Mono"/>
                <a:sym typeface="Roboto Mono"/>
              </a:rPr>
              <a:t>→ [new type]</a:t>
            </a:r>
            <a:endParaRPr b="1" sz="2600">
              <a:solidFill>
                <a:srgbClr val="203B34"/>
              </a:solidFill>
              <a:latin typeface="Roboto Mono"/>
              <a:ea typeface="Roboto Mono"/>
              <a:cs typeface="Roboto Mono"/>
              <a:sym typeface="Roboto Mono"/>
            </a:endParaRPr>
          </a:p>
        </p:txBody>
      </p:sp>
      <p:sp>
        <p:nvSpPr>
          <p:cNvPr id="53" name="Google Shape;53;p9"/>
          <p:cNvSpPr/>
          <p:nvPr/>
        </p:nvSpPr>
        <p:spPr>
          <a:xfrm>
            <a:off x="609600" y="5562600"/>
            <a:ext cx="53340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00">
                <a:solidFill>
                  <a:srgbClr val="A14F37"/>
                </a:solidFill>
                <a:latin typeface="Roboto Mono"/>
                <a:ea typeface="Roboto Mono"/>
                <a:cs typeface="Roboto Mono"/>
                <a:sym typeface="Roboto Mono"/>
              </a:rPr>
              <a:t>→ [old type]</a:t>
            </a:r>
            <a:endParaRPr b="1" sz="2600">
              <a:solidFill>
                <a:srgbClr val="A14F37"/>
              </a:solidFill>
              <a:latin typeface="Roboto Mono"/>
              <a:ea typeface="Roboto Mono"/>
              <a:cs typeface="Roboto Mono"/>
              <a:sym typeface="Roboto Mono"/>
            </a:endParaRPr>
          </a:p>
        </p:txBody>
      </p:sp>
      <p:sp>
        <p:nvSpPr>
          <p:cNvPr id="54" name="Google Shape;54;p9"/>
          <p:cNvSpPr/>
          <p:nvPr/>
        </p:nvSpPr>
        <p:spPr>
          <a:xfrm>
            <a:off x="609600" y="6197600"/>
            <a:ext cx="109728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50">
                <a:solidFill>
                  <a:srgbClr val="203B34"/>
                </a:solidFill>
                <a:latin typeface="Manrope"/>
                <a:ea typeface="Manrope"/>
                <a:cs typeface="Manrope"/>
                <a:sym typeface="Manrope"/>
              </a:rPr>
              <a:t>[Explain what changed and the limit of this comparison.]</a:t>
            </a:r>
            <a:endParaRPr sz="1250">
              <a:solidFill>
                <a:srgbClr val="203B34"/>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8D9"/>
        </a:solidFill>
      </p:bgPr>
    </p:bg>
    <p:spTree>
      <p:nvGrpSpPr>
        <p:cNvPr id="59" name="Shape 59"/>
        <p:cNvGrpSpPr/>
        <p:nvPr/>
      </p:nvGrpSpPr>
      <p:grpSpPr>
        <a:xfrm>
          <a:off x="0" y="0"/>
          <a:ext cx="0" cy="0"/>
          <a:chOff x="0" y="0"/>
          <a:chExt cx="0" cy="0"/>
        </a:xfrm>
      </p:grpSpPr>
      <p:sp>
        <p:nvSpPr>
          <p:cNvPr id="60" name="Google Shape;60;p10"/>
          <p:cNvSpPr/>
          <p:nvPr/>
        </p:nvSpPr>
        <p:spPr>
          <a:xfrm>
            <a:off x="609600" y="390525"/>
            <a:ext cx="904875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203B34"/>
                </a:solidFill>
                <a:latin typeface="Manrope"/>
                <a:ea typeface="Manrope"/>
                <a:cs typeface="Manrope"/>
                <a:sym typeface="Manrope"/>
              </a:rPr>
              <a:t>[ISSUE ID] / DECISION</a:t>
            </a:r>
            <a:endParaRPr b="1" sz="1050">
              <a:solidFill>
                <a:srgbClr val="203B34"/>
              </a:solidFill>
              <a:latin typeface="Manrope"/>
              <a:ea typeface="Manrope"/>
              <a:cs typeface="Manrope"/>
              <a:sym typeface="Manrope"/>
            </a:endParaRPr>
          </a:p>
        </p:txBody>
      </p:sp>
      <p:sp>
        <p:nvSpPr>
          <p:cNvPr id="61" name="Google Shape;61;p10"/>
          <p:cNvSpPr/>
          <p:nvPr/>
        </p:nvSpPr>
        <p:spPr>
          <a:xfrm>
            <a:off x="10953750" y="390525"/>
            <a:ext cx="62865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52665B"/>
                </a:solidFill>
                <a:latin typeface="Manrope"/>
                <a:ea typeface="Manrope"/>
                <a:cs typeface="Manrope"/>
                <a:sym typeface="Manrope"/>
              </a:rPr>
              <a:t>03</a:t>
            </a:r>
            <a:endParaRPr sz="1000">
              <a:solidFill>
                <a:srgbClr val="52665B"/>
              </a:solidFill>
              <a:latin typeface="Manrope"/>
              <a:ea typeface="Manrope"/>
              <a:cs typeface="Manrope"/>
              <a:sym typeface="Manrope"/>
            </a:endParaRPr>
          </a:p>
        </p:txBody>
      </p:sp>
      <p:sp>
        <p:nvSpPr>
          <p:cNvPr id="62" name="Google Shape;62;p10"/>
          <p:cNvSpPr txBox="1"/>
          <p:nvPr>
            <p:ph type="title"/>
          </p:nvPr>
        </p:nvSpPr>
        <p:spPr>
          <a:xfrm>
            <a:off x="609600" y="825500"/>
            <a:ext cx="10972800" cy="101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203B34"/>
                </a:solidFill>
                <a:latin typeface="Manrope"/>
                <a:ea typeface="Manrope"/>
                <a:cs typeface="Manrope"/>
                <a:sym typeface="Manrope"/>
              </a:rPr>
              <a:t>[The technical decision]</a:t>
            </a:r>
            <a:endParaRPr b="1" sz="3200">
              <a:solidFill>
                <a:srgbClr val="203B34"/>
              </a:solidFill>
              <a:latin typeface="Manrope"/>
              <a:ea typeface="Manrope"/>
              <a:cs typeface="Manrope"/>
              <a:sym typeface="Manrope"/>
            </a:endParaRPr>
          </a:p>
        </p:txBody>
      </p:sp>
      <p:sp>
        <p:nvSpPr>
          <p:cNvPr id="63" name="Google Shape;63;p10"/>
          <p:cNvSpPr/>
          <p:nvPr/>
        </p:nvSpPr>
        <p:spPr>
          <a:xfrm>
            <a:off x="5238750" y="6486525"/>
            <a:ext cx="634365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52665B"/>
                </a:solidFill>
                <a:latin typeface="Manrope"/>
                <a:ea typeface="Manrope"/>
                <a:cs typeface="Manrope"/>
                <a:sym typeface="Manrope"/>
              </a:rPr>
              <a:t>[Presenter name]</a:t>
            </a:r>
            <a:endParaRPr sz="1000">
              <a:solidFill>
                <a:srgbClr val="52665B"/>
              </a:solidFill>
              <a:latin typeface="Manrope"/>
              <a:ea typeface="Manrope"/>
              <a:cs typeface="Manrope"/>
              <a:sym typeface="Manrope"/>
            </a:endParaRPr>
          </a:p>
        </p:txBody>
      </p:sp>
      <p:sp>
        <p:nvSpPr>
          <p:cNvPr id="64" name="Google Shape;64;p10"/>
          <p:cNvSpPr/>
          <p:nvPr/>
        </p:nvSpPr>
        <p:spPr>
          <a:xfrm>
            <a:off x="609600" y="2032000"/>
            <a:ext cx="35307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A14F37"/>
                </a:solidFill>
                <a:latin typeface="Manrope"/>
                <a:ea typeface="Manrope"/>
                <a:cs typeface="Manrope"/>
                <a:sym typeface="Manrope"/>
              </a:rPr>
              <a:t>Problem or alternative</a:t>
            </a:r>
            <a:endParaRPr b="1" sz="1600">
              <a:solidFill>
                <a:srgbClr val="A14F37"/>
              </a:solidFill>
              <a:latin typeface="Manrope"/>
              <a:ea typeface="Manrope"/>
              <a:cs typeface="Manrope"/>
              <a:sym typeface="Manrope"/>
            </a:endParaRPr>
          </a:p>
        </p:txBody>
      </p:sp>
      <p:sp>
        <p:nvSpPr>
          <p:cNvPr id="65" name="Google Shape;65;p10"/>
          <p:cNvSpPr/>
          <p:nvPr/>
        </p:nvSpPr>
        <p:spPr>
          <a:xfrm>
            <a:off x="4572000" y="2006600"/>
            <a:ext cx="70104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[A concrete input or the alternative you considered.]</a:t>
            </a:r>
            <a:endParaRPr sz="2000">
              <a:solidFill>
                <a:srgbClr val="203B34"/>
              </a:solidFill>
              <a:latin typeface="Manrope"/>
              <a:ea typeface="Manrope"/>
              <a:cs typeface="Manrope"/>
              <a:sym typeface="Manrope"/>
            </a:endParaRPr>
          </a:p>
        </p:txBody>
      </p:sp>
      <p:sp>
        <p:nvSpPr>
          <p:cNvPr id="66" name="Google Shape;66;p10"/>
          <p:cNvSpPr/>
          <p:nvPr/>
        </p:nvSpPr>
        <p:spPr>
          <a:xfrm>
            <a:off x="609600" y="3073400"/>
            <a:ext cx="35307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Chosen rule</a:t>
            </a:r>
            <a:endParaRPr b="1" sz="1600">
              <a:solidFill>
                <a:srgbClr val="203B34"/>
              </a:solidFill>
              <a:latin typeface="Manrope"/>
              <a:ea typeface="Manrope"/>
              <a:cs typeface="Manrope"/>
              <a:sym typeface="Manrope"/>
            </a:endParaRPr>
          </a:p>
        </p:txBody>
      </p:sp>
      <p:sp>
        <p:nvSpPr>
          <p:cNvPr id="67" name="Google Shape;67;p10"/>
          <p:cNvSpPr/>
          <p:nvPr/>
        </p:nvSpPr>
        <p:spPr>
          <a:xfrm>
            <a:off x="4572000" y="3048000"/>
            <a:ext cx="70104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[The precise condition and the behaviour it changes.]</a:t>
            </a:r>
            <a:endParaRPr sz="2000">
              <a:solidFill>
                <a:srgbClr val="203B34"/>
              </a:solidFill>
              <a:latin typeface="Manrope"/>
              <a:ea typeface="Manrope"/>
              <a:cs typeface="Manrope"/>
              <a:sym typeface="Manrope"/>
            </a:endParaRPr>
          </a:p>
        </p:txBody>
      </p:sp>
      <p:sp>
        <p:nvSpPr>
          <p:cNvPr id="68" name="Google Shape;68;p10"/>
          <p:cNvSpPr/>
          <p:nvPr/>
        </p:nvSpPr>
        <p:spPr>
          <a:xfrm>
            <a:off x="609600" y="4114800"/>
            <a:ext cx="35307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Compatibility boundary</a:t>
            </a:r>
            <a:endParaRPr b="1" sz="1600">
              <a:solidFill>
                <a:srgbClr val="203B34"/>
              </a:solidFill>
              <a:latin typeface="Manrope"/>
              <a:ea typeface="Manrope"/>
              <a:cs typeface="Manrope"/>
              <a:sym typeface="Manrope"/>
            </a:endParaRPr>
          </a:p>
        </p:txBody>
      </p:sp>
      <p:sp>
        <p:nvSpPr>
          <p:cNvPr id="69" name="Google Shape;69;p10"/>
          <p:cNvSpPr/>
          <p:nvPr/>
        </p:nvSpPr>
        <p:spPr>
          <a:xfrm>
            <a:off x="4572000" y="4089400"/>
            <a:ext cx="70104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[An important case that must keep working.]</a:t>
            </a:r>
            <a:endParaRPr sz="2000">
              <a:solidFill>
                <a:srgbClr val="203B34"/>
              </a:solidFill>
              <a:latin typeface="Manrope"/>
              <a:ea typeface="Manrope"/>
              <a:cs typeface="Manrope"/>
              <a:sym typeface="Manrope"/>
            </a:endParaRPr>
          </a:p>
        </p:txBody>
      </p:sp>
      <p:sp>
        <p:nvSpPr>
          <p:cNvPr id="70" name="Google Shape;70;p10"/>
          <p:cNvSpPr/>
          <p:nvPr/>
        </p:nvSpPr>
        <p:spPr>
          <a:xfrm>
            <a:off x="609600" y="5156200"/>
            <a:ext cx="35307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Why this approach</a:t>
            </a:r>
            <a:endParaRPr b="1" sz="1600">
              <a:solidFill>
                <a:srgbClr val="203B34"/>
              </a:solidFill>
              <a:latin typeface="Manrope"/>
              <a:ea typeface="Manrope"/>
              <a:cs typeface="Manrope"/>
              <a:sym typeface="Manrope"/>
            </a:endParaRPr>
          </a:p>
        </p:txBody>
      </p:sp>
      <p:sp>
        <p:nvSpPr>
          <p:cNvPr id="71" name="Google Shape;71;p10"/>
          <p:cNvSpPr/>
          <p:nvPr/>
        </p:nvSpPr>
        <p:spPr>
          <a:xfrm>
            <a:off x="4572000" y="5130800"/>
            <a:ext cx="70104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[The trade-off and remaining uncertainty.]</a:t>
            </a:r>
            <a:endParaRPr sz="2000">
              <a:solidFill>
                <a:srgbClr val="203B34"/>
              </a:solidFill>
              <a:latin typeface="Manrope"/>
              <a:ea typeface="Manrope"/>
              <a:cs typeface="Manrope"/>
              <a:sym typeface="Manrop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3B34"/>
        </a:solidFill>
      </p:bgPr>
    </p:bg>
    <p:spTree>
      <p:nvGrpSpPr>
        <p:cNvPr id="76" name="Shape 76"/>
        <p:cNvGrpSpPr/>
        <p:nvPr/>
      </p:nvGrpSpPr>
      <p:grpSpPr>
        <a:xfrm>
          <a:off x="0" y="0"/>
          <a:ext cx="0" cy="0"/>
          <a:chOff x="0" y="0"/>
          <a:chExt cx="0" cy="0"/>
        </a:xfrm>
      </p:grpSpPr>
      <p:sp>
        <p:nvSpPr>
          <p:cNvPr id="77" name="Google Shape;77;p11"/>
          <p:cNvSpPr/>
          <p:nvPr/>
        </p:nvSpPr>
        <p:spPr>
          <a:xfrm>
            <a:off x="609600" y="390525"/>
            <a:ext cx="904875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0E8D9"/>
                </a:solidFill>
                <a:latin typeface="Manrope"/>
                <a:ea typeface="Manrope"/>
                <a:cs typeface="Manrope"/>
                <a:sym typeface="Manrope"/>
              </a:rPr>
              <a:t>[ISSUE ID] / EVIDENCE</a:t>
            </a:r>
            <a:endParaRPr b="1" sz="1050">
              <a:solidFill>
                <a:srgbClr val="F0E8D9"/>
              </a:solidFill>
              <a:latin typeface="Manrope"/>
              <a:ea typeface="Manrope"/>
              <a:cs typeface="Manrope"/>
              <a:sym typeface="Manrope"/>
            </a:endParaRPr>
          </a:p>
        </p:txBody>
      </p:sp>
      <p:sp>
        <p:nvSpPr>
          <p:cNvPr id="78" name="Google Shape;78;p11"/>
          <p:cNvSpPr/>
          <p:nvPr/>
        </p:nvSpPr>
        <p:spPr>
          <a:xfrm>
            <a:off x="10953750" y="390525"/>
            <a:ext cx="62865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B8C7AB"/>
                </a:solidFill>
                <a:latin typeface="Manrope"/>
                <a:ea typeface="Manrope"/>
                <a:cs typeface="Manrope"/>
                <a:sym typeface="Manrope"/>
              </a:rPr>
              <a:t>04</a:t>
            </a:r>
            <a:endParaRPr sz="1000">
              <a:solidFill>
                <a:srgbClr val="B8C7AB"/>
              </a:solidFill>
              <a:latin typeface="Manrope"/>
              <a:ea typeface="Manrope"/>
              <a:cs typeface="Manrope"/>
              <a:sym typeface="Manrope"/>
            </a:endParaRPr>
          </a:p>
        </p:txBody>
      </p:sp>
      <p:sp>
        <p:nvSpPr>
          <p:cNvPr id="79" name="Google Shape;79;p11"/>
          <p:cNvSpPr txBox="1"/>
          <p:nvPr>
            <p:ph type="title"/>
          </p:nvPr>
        </p:nvSpPr>
        <p:spPr>
          <a:xfrm>
            <a:off x="609600" y="825500"/>
            <a:ext cx="10972800" cy="101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F0E8D9"/>
                </a:solidFill>
                <a:latin typeface="Manrope"/>
                <a:ea typeface="Manrope"/>
                <a:cs typeface="Manrope"/>
                <a:sym typeface="Manrope"/>
              </a:rPr>
              <a:t>[Evidence and its limits]</a:t>
            </a:r>
            <a:endParaRPr b="1" sz="3200">
              <a:solidFill>
                <a:srgbClr val="F0E8D9"/>
              </a:solidFill>
              <a:latin typeface="Manrope"/>
              <a:ea typeface="Manrope"/>
              <a:cs typeface="Manrope"/>
              <a:sym typeface="Manrope"/>
            </a:endParaRPr>
          </a:p>
        </p:txBody>
      </p:sp>
      <p:sp>
        <p:nvSpPr>
          <p:cNvPr id="80" name="Google Shape;80;p11"/>
          <p:cNvSpPr/>
          <p:nvPr/>
        </p:nvSpPr>
        <p:spPr>
          <a:xfrm>
            <a:off x="5238750" y="6486525"/>
            <a:ext cx="634365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B8C7AB"/>
                </a:solidFill>
                <a:latin typeface="Manrope"/>
                <a:ea typeface="Manrope"/>
                <a:cs typeface="Manrope"/>
                <a:sym typeface="Manrope"/>
              </a:rPr>
              <a:t>[Presenter name]</a:t>
            </a:r>
            <a:endParaRPr sz="1000">
              <a:solidFill>
                <a:srgbClr val="B8C7AB"/>
              </a:solidFill>
              <a:latin typeface="Manrope"/>
              <a:ea typeface="Manrope"/>
              <a:cs typeface="Manrope"/>
              <a:sym typeface="Manrope"/>
            </a:endParaRPr>
          </a:p>
        </p:txBody>
      </p:sp>
      <p:sp>
        <p:nvSpPr>
          <p:cNvPr id="81" name="Google Shape;81;p11"/>
          <p:cNvSpPr/>
          <p:nvPr/>
        </p:nvSpPr>
        <p:spPr>
          <a:xfrm>
            <a:off x="609600" y="2032000"/>
            <a:ext cx="7365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F0E8D9"/>
                </a:solidFill>
                <a:latin typeface="Roboto Mono"/>
                <a:ea typeface="Roboto Mono"/>
                <a:cs typeface="Roboto Mono"/>
                <a:sym typeface="Roboto Mono"/>
              </a:rPr>
              <a:t>01</a:t>
            </a:r>
            <a:endParaRPr b="1" sz="3000">
              <a:solidFill>
                <a:srgbClr val="F0E8D9"/>
              </a:solidFill>
              <a:latin typeface="Roboto Mono"/>
              <a:ea typeface="Roboto Mono"/>
              <a:cs typeface="Roboto Mono"/>
              <a:sym typeface="Roboto Mono"/>
            </a:endParaRPr>
          </a:p>
        </p:txBody>
      </p:sp>
      <p:sp>
        <p:nvSpPr>
          <p:cNvPr id="82" name="Google Shape;82;p11"/>
          <p:cNvSpPr/>
          <p:nvPr/>
        </p:nvSpPr>
        <p:spPr>
          <a:xfrm>
            <a:off x="1587500" y="2032000"/>
            <a:ext cx="9994800" cy="53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F0E8D9"/>
                </a:solidFill>
                <a:latin typeface="Manrope"/>
                <a:ea typeface="Manrope"/>
                <a:cs typeface="Manrope"/>
                <a:sym typeface="Manrope"/>
              </a:rPr>
              <a:t>[Regression coverage]</a:t>
            </a:r>
            <a:endParaRPr b="1" sz="2400">
              <a:solidFill>
                <a:srgbClr val="F0E8D9"/>
              </a:solidFill>
              <a:latin typeface="Manrope"/>
              <a:ea typeface="Manrope"/>
              <a:cs typeface="Manrope"/>
              <a:sym typeface="Manrope"/>
            </a:endParaRPr>
          </a:p>
        </p:txBody>
      </p:sp>
      <p:sp>
        <p:nvSpPr>
          <p:cNvPr id="83" name="Google Shape;83;p11"/>
          <p:cNvSpPr/>
          <p:nvPr/>
        </p:nvSpPr>
        <p:spPr>
          <a:xfrm>
            <a:off x="1587500" y="2590800"/>
            <a:ext cx="99948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B8C7AB"/>
                </a:solidFill>
                <a:latin typeface="Manrope"/>
                <a:ea typeface="Manrope"/>
                <a:cs typeface="Manrope"/>
                <a:sym typeface="Manrope"/>
              </a:rPr>
              <a:t>[What failed before and passes with your change.]</a:t>
            </a:r>
            <a:endParaRPr sz="1900">
              <a:solidFill>
                <a:srgbClr val="B8C7AB"/>
              </a:solidFill>
              <a:latin typeface="Manrope"/>
              <a:ea typeface="Manrope"/>
              <a:cs typeface="Manrope"/>
              <a:sym typeface="Manrope"/>
            </a:endParaRPr>
          </a:p>
        </p:txBody>
      </p:sp>
      <p:sp>
        <p:nvSpPr>
          <p:cNvPr id="84" name="Google Shape;84;p11"/>
          <p:cNvSpPr/>
          <p:nvPr/>
        </p:nvSpPr>
        <p:spPr>
          <a:xfrm>
            <a:off x="609600" y="3429000"/>
            <a:ext cx="7365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F0E8D9"/>
                </a:solidFill>
                <a:latin typeface="Roboto Mono"/>
                <a:ea typeface="Roboto Mono"/>
                <a:cs typeface="Roboto Mono"/>
                <a:sym typeface="Roboto Mono"/>
              </a:rPr>
              <a:t>02</a:t>
            </a:r>
            <a:endParaRPr b="1" sz="3000">
              <a:solidFill>
                <a:srgbClr val="F0E8D9"/>
              </a:solidFill>
              <a:latin typeface="Roboto Mono"/>
              <a:ea typeface="Roboto Mono"/>
              <a:cs typeface="Roboto Mono"/>
              <a:sym typeface="Roboto Mono"/>
            </a:endParaRPr>
          </a:p>
        </p:txBody>
      </p:sp>
      <p:sp>
        <p:nvSpPr>
          <p:cNvPr id="85" name="Google Shape;85;p11"/>
          <p:cNvSpPr/>
          <p:nvPr/>
        </p:nvSpPr>
        <p:spPr>
          <a:xfrm>
            <a:off x="1587500" y="3429000"/>
            <a:ext cx="9994800" cy="53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F0E8D9"/>
                </a:solidFill>
                <a:latin typeface="Manrope"/>
                <a:ea typeface="Manrope"/>
                <a:cs typeface="Manrope"/>
                <a:sym typeface="Manrope"/>
              </a:rPr>
              <a:t>[Exact scope and result]</a:t>
            </a:r>
            <a:endParaRPr b="1" sz="2400">
              <a:solidFill>
                <a:srgbClr val="F0E8D9"/>
              </a:solidFill>
              <a:latin typeface="Manrope"/>
              <a:ea typeface="Manrope"/>
              <a:cs typeface="Manrope"/>
              <a:sym typeface="Manrope"/>
            </a:endParaRPr>
          </a:p>
        </p:txBody>
      </p:sp>
      <p:sp>
        <p:nvSpPr>
          <p:cNvPr id="86" name="Google Shape;86;p11"/>
          <p:cNvSpPr/>
          <p:nvPr/>
        </p:nvSpPr>
        <p:spPr>
          <a:xfrm>
            <a:off x="1587500" y="3987800"/>
            <a:ext cx="99948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B8C7AB"/>
                </a:solidFill>
                <a:latin typeface="Manrope"/>
                <a:ea typeface="Manrope"/>
                <a:cs typeface="Manrope"/>
                <a:sym typeface="Manrope"/>
              </a:rPr>
              <a:t>[Revision, command, counts and skips; distinguish local tests from CI.]</a:t>
            </a:r>
            <a:endParaRPr sz="1900">
              <a:solidFill>
                <a:srgbClr val="B8C7AB"/>
              </a:solidFill>
              <a:latin typeface="Manrope"/>
              <a:ea typeface="Manrope"/>
              <a:cs typeface="Manrope"/>
              <a:sym typeface="Manrope"/>
            </a:endParaRPr>
          </a:p>
        </p:txBody>
      </p:sp>
      <p:sp>
        <p:nvSpPr>
          <p:cNvPr id="87" name="Google Shape;87;p11"/>
          <p:cNvSpPr/>
          <p:nvPr/>
        </p:nvSpPr>
        <p:spPr>
          <a:xfrm>
            <a:off x="609600" y="4826000"/>
            <a:ext cx="7365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D99575"/>
                </a:solidFill>
                <a:latin typeface="Roboto Mono"/>
                <a:ea typeface="Roboto Mono"/>
                <a:cs typeface="Roboto Mono"/>
                <a:sym typeface="Roboto Mono"/>
              </a:rPr>
              <a:t>03</a:t>
            </a:r>
            <a:endParaRPr b="1" sz="3000">
              <a:solidFill>
                <a:srgbClr val="D99575"/>
              </a:solidFill>
              <a:latin typeface="Roboto Mono"/>
              <a:ea typeface="Roboto Mono"/>
              <a:cs typeface="Roboto Mono"/>
              <a:sym typeface="Roboto Mono"/>
            </a:endParaRPr>
          </a:p>
        </p:txBody>
      </p:sp>
      <p:sp>
        <p:nvSpPr>
          <p:cNvPr id="88" name="Google Shape;88;p11"/>
          <p:cNvSpPr/>
          <p:nvPr/>
        </p:nvSpPr>
        <p:spPr>
          <a:xfrm>
            <a:off x="1587500" y="4826000"/>
            <a:ext cx="9994800" cy="53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F0E8D9"/>
                </a:solidFill>
                <a:latin typeface="Manrope"/>
                <a:ea typeface="Manrope"/>
                <a:cs typeface="Manrope"/>
                <a:sym typeface="Manrope"/>
              </a:rPr>
              <a:t>[Lesson or remaining work]</a:t>
            </a:r>
            <a:endParaRPr b="1" sz="2400">
              <a:solidFill>
                <a:srgbClr val="F0E8D9"/>
              </a:solidFill>
              <a:latin typeface="Manrope"/>
              <a:ea typeface="Manrope"/>
              <a:cs typeface="Manrope"/>
              <a:sym typeface="Manrope"/>
            </a:endParaRPr>
          </a:p>
        </p:txBody>
      </p:sp>
      <p:sp>
        <p:nvSpPr>
          <p:cNvPr id="89" name="Google Shape;89;p11"/>
          <p:cNvSpPr/>
          <p:nvPr/>
        </p:nvSpPr>
        <p:spPr>
          <a:xfrm>
            <a:off x="1587500" y="5384800"/>
            <a:ext cx="99948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B8C7AB"/>
                </a:solidFill>
                <a:latin typeface="Manrope"/>
                <a:ea typeface="Manrope"/>
                <a:cs typeface="Manrope"/>
                <a:sym typeface="Manrope"/>
              </a:rPr>
              <a:t>[What you learned or what still needs checking.]</a:t>
            </a:r>
            <a:endParaRPr sz="1900">
              <a:solidFill>
                <a:srgbClr val="B8C7AB"/>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8D9"/>
        </a:solidFill>
      </p:bgPr>
    </p:bg>
    <p:spTree>
      <p:nvGrpSpPr>
        <p:cNvPr id="94" name="Shape 94"/>
        <p:cNvGrpSpPr/>
        <p:nvPr/>
      </p:nvGrpSpPr>
      <p:grpSpPr>
        <a:xfrm>
          <a:off x="0" y="0"/>
          <a:ext cx="0" cy="0"/>
          <a:chOff x="0" y="0"/>
          <a:chExt cx="0" cy="0"/>
        </a:xfrm>
      </p:grpSpPr>
      <p:sp>
        <p:nvSpPr>
          <p:cNvPr id="95" name="Google Shape;95;p12"/>
          <p:cNvSpPr/>
          <p:nvPr/>
        </p:nvSpPr>
        <p:spPr>
          <a:xfrm>
            <a:off x="609600" y="390525"/>
            <a:ext cx="904875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203B34"/>
                </a:solidFill>
                <a:latin typeface="Manrope"/>
                <a:ea typeface="Manrope"/>
                <a:cs typeface="Manrope"/>
                <a:sym typeface="Manrope"/>
              </a:rPr>
              <a:t>[ISSUE ID] / CONTRIBUTION</a:t>
            </a:r>
            <a:endParaRPr b="1" sz="1050">
              <a:solidFill>
                <a:srgbClr val="203B34"/>
              </a:solidFill>
              <a:latin typeface="Manrope"/>
              <a:ea typeface="Manrope"/>
              <a:cs typeface="Manrope"/>
              <a:sym typeface="Manrope"/>
            </a:endParaRPr>
          </a:p>
        </p:txBody>
      </p:sp>
      <p:sp>
        <p:nvSpPr>
          <p:cNvPr id="96" name="Google Shape;96;p12"/>
          <p:cNvSpPr/>
          <p:nvPr/>
        </p:nvSpPr>
        <p:spPr>
          <a:xfrm>
            <a:off x="10953750" y="390525"/>
            <a:ext cx="62865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52665B"/>
                </a:solidFill>
                <a:latin typeface="Manrope"/>
                <a:ea typeface="Manrope"/>
                <a:cs typeface="Manrope"/>
                <a:sym typeface="Manrope"/>
              </a:rPr>
              <a:t>05</a:t>
            </a:r>
            <a:endParaRPr sz="1000">
              <a:solidFill>
                <a:srgbClr val="52665B"/>
              </a:solidFill>
              <a:latin typeface="Manrope"/>
              <a:ea typeface="Manrope"/>
              <a:cs typeface="Manrope"/>
              <a:sym typeface="Manrope"/>
            </a:endParaRPr>
          </a:p>
        </p:txBody>
      </p:sp>
      <p:sp>
        <p:nvSpPr>
          <p:cNvPr id="97" name="Google Shape;97;p12"/>
          <p:cNvSpPr txBox="1"/>
          <p:nvPr>
            <p:ph type="title"/>
          </p:nvPr>
        </p:nvSpPr>
        <p:spPr>
          <a:xfrm>
            <a:off x="609600" y="825500"/>
            <a:ext cx="10972800" cy="101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203B34"/>
                </a:solidFill>
                <a:latin typeface="Manrope"/>
                <a:ea typeface="Manrope"/>
                <a:cs typeface="Manrope"/>
                <a:sym typeface="Manrope"/>
              </a:rPr>
              <a:t>[Your contribution and decision]</a:t>
            </a:r>
            <a:endParaRPr b="1" sz="3200">
              <a:solidFill>
                <a:srgbClr val="203B34"/>
              </a:solidFill>
              <a:latin typeface="Manrope"/>
              <a:ea typeface="Manrope"/>
              <a:cs typeface="Manrope"/>
              <a:sym typeface="Manrope"/>
            </a:endParaRPr>
          </a:p>
        </p:txBody>
      </p:sp>
      <p:sp>
        <p:nvSpPr>
          <p:cNvPr id="98" name="Google Shape;98;p12"/>
          <p:cNvSpPr/>
          <p:nvPr/>
        </p:nvSpPr>
        <p:spPr>
          <a:xfrm>
            <a:off x="5238750" y="6486525"/>
            <a:ext cx="634365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52665B"/>
                </a:solidFill>
                <a:latin typeface="Manrope"/>
                <a:ea typeface="Manrope"/>
                <a:cs typeface="Manrope"/>
                <a:sym typeface="Manrope"/>
              </a:rPr>
              <a:t>[Presenter name]</a:t>
            </a:r>
            <a:endParaRPr sz="1000">
              <a:solidFill>
                <a:srgbClr val="52665B"/>
              </a:solidFill>
              <a:latin typeface="Manrope"/>
              <a:ea typeface="Manrope"/>
              <a:cs typeface="Manrope"/>
              <a:sym typeface="Manrope"/>
            </a:endParaRPr>
          </a:p>
        </p:txBody>
      </p:sp>
      <p:sp>
        <p:nvSpPr>
          <p:cNvPr id="99" name="Google Shape;99;p12"/>
          <p:cNvSpPr/>
          <p:nvPr/>
        </p:nvSpPr>
        <p:spPr>
          <a:xfrm>
            <a:off x="609600" y="2028825"/>
            <a:ext cx="4381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Problem and why this issue</a:t>
            </a:r>
            <a:endParaRPr b="1" sz="1600">
              <a:solidFill>
                <a:srgbClr val="203B34"/>
              </a:solidFill>
              <a:latin typeface="Manrope"/>
              <a:ea typeface="Manrope"/>
              <a:cs typeface="Manrope"/>
              <a:sym typeface="Manrope"/>
            </a:endParaRPr>
          </a:p>
        </p:txBody>
      </p:sp>
      <p:sp>
        <p:nvSpPr>
          <p:cNvPr id="100" name="Google Shape;100;p12"/>
          <p:cNvSpPr/>
          <p:nvPr/>
        </p:nvSpPr>
        <p:spPr>
          <a:xfrm>
            <a:off x="609600" y="2428875"/>
            <a:ext cx="438150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[One trigger, observed behaviour and reason to choose it.]</a:t>
            </a:r>
            <a:endParaRPr sz="2000">
              <a:solidFill>
                <a:srgbClr val="203B34"/>
              </a:solidFill>
              <a:latin typeface="Manrope"/>
              <a:ea typeface="Manrope"/>
              <a:cs typeface="Manrope"/>
              <a:sym typeface="Manrope"/>
            </a:endParaRPr>
          </a:p>
        </p:txBody>
      </p:sp>
      <p:sp>
        <p:nvSpPr>
          <p:cNvPr id="101" name="Google Shape;101;p12"/>
          <p:cNvSpPr/>
          <p:nvPr/>
        </p:nvSpPr>
        <p:spPr>
          <a:xfrm>
            <a:off x="609600" y="3819525"/>
            <a:ext cx="4381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Decision and why it fits</a:t>
            </a:r>
            <a:endParaRPr b="1" sz="1600">
              <a:solidFill>
                <a:srgbClr val="203B34"/>
              </a:solidFill>
              <a:latin typeface="Manrope"/>
              <a:ea typeface="Manrope"/>
              <a:cs typeface="Manrope"/>
              <a:sym typeface="Manrope"/>
            </a:endParaRPr>
          </a:p>
        </p:txBody>
      </p:sp>
      <p:sp>
        <p:nvSpPr>
          <p:cNvPr id="102" name="Google Shape;102;p12"/>
          <p:cNvSpPr/>
          <p:nvPr/>
        </p:nvSpPr>
        <p:spPr>
          <a:xfrm>
            <a:off x="609600" y="4219575"/>
            <a:ext cx="4381500" cy="110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[Chosen approach and an important trade-off.]</a:t>
            </a:r>
            <a:endParaRPr sz="2000">
              <a:solidFill>
                <a:srgbClr val="203B34"/>
              </a:solidFill>
              <a:latin typeface="Manrope"/>
              <a:ea typeface="Manrope"/>
              <a:cs typeface="Manrope"/>
              <a:sym typeface="Manrope"/>
            </a:endParaRPr>
          </a:p>
        </p:txBody>
      </p:sp>
      <p:sp>
        <p:nvSpPr>
          <p:cNvPr id="103" name="Google Shape;103;p12"/>
          <p:cNvSpPr/>
          <p:nvPr/>
        </p:nvSpPr>
        <p:spPr>
          <a:xfrm>
            <a:off x="5842000" y="2832100"/>
            <a:ext cx="5740500" cy="126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2300">
                <a:solidFill>
                  <a:srgbClr val="203B34"/>
                </a:solidFill>
                <a:latin typeface="Roboto Mono"/>
                <a:ea typeface="Roboto Mono"/>
                <a:cs typeface="Roboto Mono"/>
                <a:sym typeface="Roboto Mono"/>
              </a:rPr>
              <a:t>[Code excerpt or screenshot]</a:t>
            </a:r>
            <a:endParaRPr sz="2300">
              <a:solidFill>
                <a:srgbClr val="203B34"/>
              </a:solidFill>
              <a:latin typeface="Roboto Mono"/>
              <a:ea typeface="Roboto Mono"/>
              <a:cs typeface="Roboto Mono"/>
              <a:sym typeface="Roboto Mono"/>
            </a:endParaRPr>
          </a:p>
        </p:txBody>
      </p:sp>
      <p:sp>
        <p:nvSpPr>
          <p:cNvPr id="104" name="Google Shape;104;p12"/>
          <p:cNvSpPr/>
          <p:nvPr/>
        </p:nvSpPr>
        <p:spPr>
          <a:xfrm>
            <a:off x="5848350" y="4114800"/>
            <a:ext cx="5467350" cy="4381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a:solidFill>
                  <a:srgbClr val="52665B"/>
                </a:solidFill>
                <a:latin typeface="Manrope"/>
                <a:ea typeface="Manrope"/>
                <a:cs typeface="Manrope"/>
                <a:sym typeface="Manrope"/>
              </a:rPr>
              <a:t>[One observed result]</a:t>
            </a:r>
            <a:endParaRPr>
              <a:solidFill>
                <a:srgbClr val="52665B"/>
              </a:solidFill>
              <a:latin typeface="Manrope"/>
              <a:ea typeface="Manrope"/>
              <a:cs typeface="Manrope"/>
              <a:sym typeface="Manrope"/>
            </a:endParaRPr>
          </a:p>
        </p:txBody>
      </p:sp>
      <p:sp>
        <p:nvSpPr>
          <p:cNvPr id="105" name="Google Shape;105;p12"/>
          <p:cNvSpPr/>
          <p:nvPr/>
        </p:nvSpPr>
        <p:spPr>
          <a:xfrm>
            <a:off x="5581650" y="5638800"/>
            <a:ext cx="60007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203B34"/>
                </a:solidFill>
                <a:latin typeface="Manrope"/>
                <a:ea typeface="Manrope"/>
                <a:cs typeface="Manrope"/>
                <a:sym typeface="Manrope"/>
              </a:rPr>
              <a:t>[Issue / commit / PR link]</a:t>
            </a:r>
            <a:endParaRPr sz="1600">
              <a:solidFill>
                <a:srgbClr val="203B34"/>
              </a:solidFill>
              <a:latin typeface="Manrope"/>
              <a:ea typeface="Manrope"/>
              <a:cs typeface="Manrope"/>
              <a:sym typeface="Manrop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3B34"/>
        </a:solidFill>
      </p:bgPr>
    </p:bg>
    <p:spTree>
      <p:nvGrpSpPr>
        <p:cNvPr id="110" name="Shape 110"/>
        <p:cNvGrpSpPr/>
        <p:nvPr/>
      </p:nvGrpSpPr>
      <p:grpSpPr>
        <a:xfrm>
          <a:off x="0" y="0"/>
          <a:ext cx="0" cy="0"/>
          <a:chOff x="0" y="0"/>
          <a:chExt cx="0" cy="0"/>
        </a:xfrm>
      </p:grpSpPr>
      <p:sp>
        <p:nvSpPr>
          <p:cNvPr id="111" name="Google Shape;111;p13"/>
          <p:cNvSpPr/>
          <p:nvPr/>
        </p:nvSpPr>
        <p:spPr>
          <a:xfrm>
            <a:off x="609600" y="390525"/>
            <a:ext cx="904875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0E8D9"/>
                </a:solidFill>
                <a:latin typeface="Manrope"/>
                <a:ea typeface="Manrope"/>
                <a:cs typeface="Manrope"/>
                <a:sym typeface="Manrope"/>
              </a:rPr>
              <a:t>[ISSUE ID] / DEMONSTRATION</a:t>
            </a:r>
            <a:endParaRPr b="1" sz="1050">
              <a:solidFill>
                <a:srgbClr val="F0E8D9"/>
              </a:solidFill>
              <a:latin typeface="Manrope"/>
              <a:ea typeface="Manrope"/>
              <a:cs typeface="Manrope"/>
              <a:sym typeface="Manrope"/>
            </a:endParaRPr>
          </a:p>
        </p:txBody>
      </p:sp>
      <p:sp>
        <p:nvSpPr>
          <p:cNvPr id="112" name="Google Shape;112;p13"/>
          <p:cNvSpPr/>
          <p:nvPr/>
        </p:nvSpPr>
        <p:spPr>
          <a:xfrm>
            <a:off x="10953750" y="390525"/>
            <a:ext cx="62865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B8C7AB"/>
                </a:solidFill>
                <a:latin typeface="Manrope"/>
                <a:ea typeface="Manrope"/>
                <a:cs typeface="Manrope"/>
                <a:sym typeface="Manrope"/>
              </a:rPr>
              <a:t>06</a:t>
            </a:r>
            <a:endParaRPr sz="1000">
              <a:solidFill>
                <a:srgbClr val="B8C7AB"/>
              </a:solidFill>
              <a:latin typeface="Manrope"/>
              <a:ea typeface="Manrope"/>
              <a:cs typeface="Manrope"/>
              <a:sym typeface="Manrope"/>
            </a:endParaRPr>
          </a:p>
        </p:txBody>
      </p:sp>
      <p:sp>
        <p:nvSpPr>
          <p:cNvPr id="113" name="Google Shape;113;p13"/>
          <p:cNvSpPr txBox="1"/>
          <p:nvPr>
            <p:ph type="title"/>
          </p:nvPr>
        </p:nvSpPr>
        <p:spPr>
          <a:xfrm>
            <a:off x="609600" y="825500"/>
            <a:ext cx="10972800" cy="101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F0E8D9"/>
                </a:solidFill>
                <a:latin typeface="Manrope"/>
                <a:ea typeface="Manrope"/>
                <a:cs typeface="Manrope"/>
                <a:sym typeface="Manrope"/>
              </a:rPr>
              <a:t>[One input and one visible result]</a:t>
            </a:r>
            <a:endParaRPr b="1" sz="3200">
              <a:solidFill>
                <a:srgbClr val="F0E8D9"/>
              </a:solidFill>
              <a:latin typeface="Manrope"/>
              <a:ea typeface="Manrope"/>
              <a:cs typeface="Manrope"/>
              <a:sym typeface="Manrope"/>
            </a:endParaRPr>
          </a:p>
        </p:txBody>
      </p:sp>
      <p:sp>
        <p:nvSpPr>
          <p:cNvPr id="114" name="Google Shape;114;p13"/>
          <p:cNvSpPr/>
          <p:nvPr/>
        </p:nvSpPr>
        <p:spPr>
          <a:xfrm>
            <a:off x="5238750" y="6486525"/>
            <a:ext cx="634365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B8C7AB"/>
                </a:solidFill>
                <a:latin typeface="Manrope"/>
                <a:ea typeface="Manrope"/>
                <a:cs typeface="Manrope"/>
                <a:sym typeface="Manrope"/>
              </a:rPr>
              <a:t>[Presenter name]</a:t>
            </a:r>
            <a:endParaRPr sz="1000">
              <a:solidFill>
                <a:srgbClr val="B8C7AB"/>
              </a:solidFill>
              <a:latin typeface="Manrope"/>
              <a:ea typeface="Manrope"/>
              <a:cs typeface="Manrope"/>
              <a:sym typeface="Manrope"/>
            </a:endParaRPr>
          </a:p>
        </p:txBody>
      </p:sp>
      <p:sp>
        <p:nvSpPr>
          <p:cNvPr id="115" name="Google Shape;115;p13"/>
          <p:cNvSpPr/>
          <p:nvPr/>
        </p:nvSpPr>
        <p:spPr>
          <a:xfrm>
            <a:off x="1016000" y="2832100"/>
            <a:ext cx="10160100" cy="139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2300">
                <a:solidFill>
                  <a:srgbClr val="F0E8D9"/>
                </a:solidFill>
                <a:latin typeface="Roboto Mono"/>
                <a:ea typeface="Roboto Mono"/>
                <a:cs typeface="Roboto Mono"/>
                <a:sym typeface="Roboto Mono"/>
              </a:rPr>
              <a:t>[Evidence: input → result]</a:t>
            </a:r>
            <a:endParaRPr sz="2300">
              <a:solidFill>
                <a:srgbClr val="F0E8D9"/>
              </a:solidFill>
              <a:latin typeface="Roboto Mono"/>
              <a:ea typeface="Roboto Mono"/>
              <a:cs typeface="Roboto Mono"/>
              <a:sym typeface="Roboto Mono"/>
            </a:endParaRPr>
          </a:p>
        </p:txBody>
      </p:sp>
      <p:sp>
        <p:nvSpPr>
          <p:cNvPr id="116" name="Google Shape;116;p13"/>
          <p:cNvSpPr/>
          <p:nvPr/>
        </p:nvSpPr>
        <p:spPr>
          <a:xfrm>
            <a:off x="876300" y="4010025"/>
            <a:ext cx="10439400" cy="4381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500">
                <a:solidFill>
                  <a:srgbClr val="B8C7AB"/>
                </a:solidFill>
                <a:latin typeface="Manrope"/>
                <a:ea typeface="Manrope"/>
                <a:cs typeface="Manrope"/>
                <a:sym typeface="Manrope"/>
              </a:rPr>
              <a:t>[Command / revision / source]</a:t>
            </a:r>
            <a:endParaRPr sz="1500">
              <a:solidFill>
                <a:srgbClr val="B8C7AB"/>
              </a:solidFill>
              <a:latin typeface="Manrope"/>
              <a:ea typeface="Manrope"/>
              <a:cs typeface="Manrope"/>
              <a:sym typeface="Manrope"/>
            </a:endParaRPr>
          </a:p>
        </p:txBody>
      </p:sp>
      <p:sp>
        <p:nvSpPr>
          <p:cNvPr id="117" name="Google Shape;117;p13"/>
          <p:cNvSpPr/>
          <p:nvPr/>
        </p:nvSpPr>
        <p:spPr>
          <a:xfrm>
            <a:off x="609600" y="5524500"/>
            <a:ext cx="109728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rgbClr val="F0E8D9"/>
                </a:solidFill>
                <a:latin typeface="Manrope"/>
                <a:ea typeface="Manrope"/>
                <a:cs typeface="Manrope"/>
                <a:sym typeface="Manrope"/>
              </a:rPr>
              <a:t>[What this result establishes and its limit]</a:t>
            </a:r>
            <a:endParaRPr b="1" sz="2000">
              <a:solidFill>
                <a:srgbClr val="F0E8D9"/>
              </a:solidFill>
              <a:latin typeface="Manrope"/>
              <a:ea typeface="Manrope"/>
              <a:cs typeface="Manrope"/>
              <a:sym typeface="Manrop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D8DFCE"/>
        </a:solidFill>
      </p:bgPr>
    </p:bg>
    <p:spTree>
      <p:nvGrpSpPr>
        <p:cNvPr id="122" name="Shape 122"/>
        <p:cNvGrpSpPr/>
        <p:nvPr/>
      </p:nvGrpSpPr>
      <p:grpSpPr>
        <a:xfrm>
          <a:off x="0" y="0"/>
          <a:ext cx="0" cy="0"/>
          <a:chOff x="0" y="0"/>
          <a:chExt cx="0" cy="0"/>
        </a:xfrm>
      </p:grpSpPr>
      <p:sp>
        <p:nvSpPr>
          <p:cNvPr id="123" name="Google Shape;123;p14"/>
          <p:cNvSpPr/>
          <p:nvPr/>
        </p:nvSpPr>
        <p:spPr>
          <a:xfrm>
            <a:off x="609600" y="390525"/>
            <a:ext cx="904875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203B34"/>
                </a:solidFill>
                <a:latin typeface="Manrope"/>
                <a:ea typeface="Manrope"/>
                <a:cs typeface="Manrope"/>
                <a:sym typeface="Manrope"/>
              </a:rPr>
              <a:t>TEMPLATE GUIDE</a:t>
            </a:r>
            <a:endParaRPr b="1" sz="1050">
              <a:solidFill>
                <a:srgbClr val="203B34"/>
              </a:solidFill>
              <a:latin typeface="Manrope"/>
              <a:ea typeface="Manrope"/>
              <a:cs typeface="Manrope"/>
              <a:sym typeface="Manrope"/>
            </a:endParaRPr>
          </a:p>
        </p:txBody>
      </p:sp>
      <p:sp>
        <p:nvSpPr>
          <p:cNvPr id="124" name="Google Shape;124;p14"/>
          <p:cNvSpPr/>
          <p:nvPr/>
        </p:nvSpPr>
        <p:spPr>
          <a:xfrm>
            <a:off x="10953750" y="390525"/>
            <a:ext cx="62865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52665B"/>
                </a:solidFill>
                <a:latin typeface="Manrope"/>
                <a:ea typeface="Manrope"/>
                <a:cs typeface="Manrope"/>
                <a:sym typeface="Manrope"/>
              </a:rPr>
              <a:t>07</a:t>
            </a:r>
            <a:endParaRPr sz="1000">
              <a:solidFill>
                <a:srgbClr val="52665B"/>
              </a:solidFill>
              <a:latin typeface="Manrope"/>
              <a:ea typeface="Manrope"/>
              <a:cs typeface="Manrope"/>
              <a:sym typeface="Manrope"/>
            </a:endParaRPr>
          </a:p>
        </p:txBody>
      </p:sp>
      <p:sp>
        <p:nvSpPr>
          <p:cNvPr id="125" name="Google Shape;125;p14"/>
          <p:cNvSpPr txBox="1"/>
          <p:nvPr>
            <p:ph type="title"/>
          </p:nvPr>
        </p:nvSpPr>
        <p:spPr>
          <a:xfrm>
            <a:off x="609600" y="825500"/>
            <a:ext cx="10972800" cy="101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203B34"/>
                </a:solidFill>
                <a:latin typeface="Manrope"/>
                <a:ea typeface="Manrope"/>
                <a:cs typeface="Manrope"/>
                <a:sym typeface="Manrope"/>
              </a:rPr>
              <a:t>Use this template with your agent</a:t>
            </a:r>
            <a:endParaRPr b="1" sz="3200">
              <a:solidFill>
                <a:srgbClr val="203B34"/>
              </a:solidFill>
              <a:latin typeface="Manrope"/>
              <a:ea typeface="Manrope"/>
              <a:cs typeface="Manrope"/>
              <a:sym typeface="Manrope"/>
            </a:endParaRPr>
          </a:p>
        </p:txBody>
      </p:sp>
      <p:sp>
        <p:nvSpPr>
          <p:cNvPr id="126" name="Google Shape;126;p14"/>
          <p:cNvSpPr/>
          <p:nvPr/>
        </p:nvSpPr>
        <p:spPr>
          <a:xfrm>
            <a:off x="5238750" y="6486525"/>
            <a:ext cx="634365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52665B"/>
                </a:solidFill>
                <a:latin typeface="Manrope"/>
                <a:ea typeface="Manrope"/>
                <a:cs typeface="Manrope"/>
                <a:sym typeface="Manrope"/>
              </a:rPr>
              <a:t>GUIDE / SKIP IN YOUR TALK</a:t>
            </a:r>
            <a:endParaRPr sz="1000">
              <a:solidFill>
                <a:srgbClr val="52665B"/>
              </a:solidFill>
              <a:latin typeface="Manrope"/>
              <a:ea typeface="Manrope"/>
              <a:cs typeface="Manrope"/>
              <a:sym typeface="Manrope"/>
            </a:endParaRPr>
          </a:p>
        </p:txBody>
      </p:sp>
      <p:sp>
        <p:nvSpPr>
          <p:cNvPr id="127" name="Google Shape;127;p14"/>
          <p:cNvSpPr/>
          <p:nvPr/>
        </p:nvSpPr>
        <p:spPr>
          <a:xfrm>
            <a:off x="609600" y="2038350"/>
            <a:ext cx="5238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Start with the files</a:t>
            </a:r>
            <a:endParaRPr b="1" sz="1600">
              <a:solidFill>
                <a:srgbClr val="203B34"/>
              </a:solidFill>
              <a:latin typeface="Manrope"/>
              <a:ea typeface="Manrope"/>
              <a:cs typeface="Manrope"/>
              <a:sym typeface="Manrope"/>
            </a:endParaRPr>
          </a:p>
        </p:txBody>
      </p:sp>
      <p:sp>
        <p:nvSpPr>
          <p:cNvPr id="128" name="Google Shape;128;p14"/>
          <p:cNvSpPr/>
          <p:nvPr/>
        </p:nvSpPr>
        <p:spPr>
          <a:xfrm>
            <a:off x="609600" y="2438400"/>
            <a:ext cx="5238750" cy="1276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Tell Codex or Claude to read README.md, AGENTS.md and design-tokens.json from presentation/ before authoring.</a:t>
            </a:r>
            <a:endParaRPr sz="2000">
              <a:solidFill>
                <a:srgbClr val="203B34"/>
              </a:solidFill>
              <a:latin typeface="Manrope"/>
              <a:ea typeface="Manrope"/>
              <a:cs typeface="Manrope"/>
              <a:sym typeface="Manrope"/>
            </a:endParaRPr>
          </a:p>
        </p:txBody>
      </p:sp>
      <p:sp>
        <p:nvSpPr>
          <p:cNvPr id="129" name="Google Shape;129;p14"/>
          <p:cNvSpPr/>
          <p:nvPr/>
        </p:nvSpPr>
        <p:spPr>
          <a:xfrm>
            <a:off x="609600" y="4076700"/>
            <a:ext cx="5238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Keep the approved style</a:t>
            </a:r>
            <a:endParaRPr b="1" sz="1600">
              <a:solidFill>
                <a:srgbClr val="203B34"/>
              </a:solidFill>
              <a:latin typeface="Manrope"/>
              <a:ea typeface="Manrope"/>
              <a:cs typeface="Manrope"/>
              <a:sym typeface="Manrope"/>
            </a:endParaRPr>
          </a:p>
        </p:txBody>
      </p:sp>
      <p:sp>
        <p:nvSpPr>
          <p:cNvPr id="130" name="Google Shape;130;p14"/>
          <p:cNvSpPr/>
          <p:nvPr/>
        </p:nvSpPr>
        <p:spPr>
          <a:xfrm>
            <a:off x="609600" y="4476750"/>
            <a:ext cx="5238750" cy="1276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Forest, warm paper and terracotta. Manrope headings; Roboto Mono for code. Reuse layouts and render before delivery.</a:t>
            </a:r>
            <a:endParaRPr sz="2000">
              <a:solidFill>
                <a:srgbClr val="203B34"/>
              </a:solidFill>
              <a:latin typeface="Manrope"/>
              <a:ea typeface="Manrope"/>
              <a:cs typeface="Manrope"/>
              <a:sym typeface="Manrope"/>
            </a:endParaRPr>
          </a:p>
        </p:txBody>
      </p:sp>
      <p:sp>
        <p:nvSpPr>
          <p:cNvPr id="131" name="Google Shape;131;p14"/>
          <p:cNvSpPr/>
          <p:nvPr/>
        </p:nvSpPr>
        <p:spPr>
          <a:xfrm>
            <a:off x="6343650" y="2038350"/>
            <a:ext cx="5238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Choose a suitable layout</a:t>
            </a:r>
            <a:endParaRPr b="1" sz="1600">
              <a:solidFill>
                <a:srgbClr val="203B34"/>
              </a:solidFill>
              <a:latin typeface="Manrope"/>
              <a:ea typeface="Manrope"/>
              <a:cs typeface="Manrope"/>
              <a:sym typeface="Manrope"/>
            </a:endParaRPr>
          </a:p>
        </p:txBody>
      </p:sp>
      <p:sp>
        <p:nvSpPr>
          <p:cNvPr id="132" name="Google Shape;132;p14"/>
          <p:cNvSpPr/>
          <p:nvPr/>
        </p:nvSpPr>
        <p:spPr>
          <a:xfrm>
            <a:off x="6343650" y="2438400"/>
            <a:ext cx="5238750" cy="1276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Duplicate a cover, problem comparison, decision, evidence, explanation or demo slide. Replace the prompts with your own work.</a:t>
            </a:r>
            <a:endParaRPr sz="2000">
              <a:solidFill>
                <a:srgbClr val="203B34"/>
              </a:solidFill>
              <a:latin typeface="Manrope"/>
              <a:ea typeface="Manrope"/>
              <a:cs typeface="Manrope"/>
              <a:sym typeface="Manrope"/>
            </a:endParaRPr>
          </a:p>
        </p:txBody>
      </p:sp>
      <p:sp>
        <p:nvSpPr>
          <p:cNvPr id="133" name="Google Shape;133;p14"/>
          <p:cNvSpPr/>
          <p:nvPr/>
        </p:nvSpPr>
        <p:spPr>
          <a:xfrm>
            <a:off x="6343650" y="4076700"/>
            <a:ext cx="5238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Hand back an editable section</a:t>
            </a:r>
            <a:endParaRPr b="1" sz="1600">
              <a:solidFill>
                <a:srgbClr val="203B34"/>
              </a:solidFill>
              <a:latin typeface="Manrope"/>
              <a:ea typeface="Manrope"/>
              <a:cs typeface="Manrope"/>
              <a:sym typeface="Manrope"/>
            </a:endParaRPr>
          </a:p>
        </p:txBody>
      </p:sp>
      <p:sp>
        <p:nvSpPr>
          <p:cNvPr id="134" name="Google Shape;134;p14"/>
          <p:cNvSpPr/>
          <p:nvPr/>
        </p:nvSpPr>
        <p:spPr>
          <a:xfrm>
            <a:off x="6343650" y="4476750"/>
            <a:ext cx="5238750" cy="1276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Aim for about 55 seconds. Include sources and a script in speaker notes. Supply PPTX plus a PDF or PNG preview.</a:t>
            </a:r>
            <a:endParaRPr sz="2000">
              <a:solidFill>
                <a:srgbClr val="203B34"/>
              </a:solidFill>
              <a:latin typeface="Manrope"/>
              <a:ea typeface="Manrope"/>
              <a:cs typeface="Manrope"/>
              <a:sym typeface="Manrope"/>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