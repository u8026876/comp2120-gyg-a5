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group used GitHub to track four Apache Tika issues and opened three internal pull requests. The screenshots show the open issue list and the PR list. TIKA-4083 appears separately as a closed group issue. Group issue status and internal PR status should not be confused with acceptance upstream.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group submitted changes for review, and one independently confirmed upstream outcome is TIKA-4694, which corrects missing line and paragraph counts in legacy Word documents. The upstream pull request #3376 is marked Merged into apache/tika main, and the maintainer replied with thanks. The other group issues and pull requests should not be presented as upstream merged without verifying their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TIKA  /  GROUP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A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work is tracked in GitHub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07592"/>
            <a:ext cx="11155680" cy="0"/>
          </a:xfrm>
          <a:prstGeom prst="line">
            <a:avLst/>
          </a:prstGeom>
          <a:noFill/>
          <a:ln w="11430">
            <a:solidFill>
              <a:srgbClr val="202A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TRACKED ISSUES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36792" y="1508760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INTERNAL PULL REQUESTS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605272" cy="2907792"/>
          </a:xfrm>
          <a:prstGeom prst="roundRect">
            <a:avLst>
              <a:gd name="adj" fmla="val 2830"/>
            </a:avLst>
          </a:prstGeom>
          <a:solidFill>
            <a:srgbClr val="FCFAF5"/>
          </a:solidFill>
          <a:ln w="10160">
            <a:solidFill>
              <a:srgbClr val="C1C9BF"/>
            </a:solidFill>
            <a:prstDash val="solid"/>
          </a:ln>
        </p:spPr>
      </p:sp>
      <p:pic>
        <p:nvPicPr>
          <p:cNvPr id="8" name="Image 0" descr="/mnt/data/showcase_iss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066544"/>
            <a:ext cx="5358384" cy="24505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99632" y="1920240"/>
            <a:ext cx="5504688" cy="2907792"/>
          </a:xfrm>
          <a:prstGeom prst="roundRect">
            <a:avLst>
              <a:gd name="adj" fmla="val 2830"/>
            </a:avLst>
          </a:prstGeom>
          <a:solidFill>
            <a:srgbClr val="FCFAF5"/>
          </a:solidFill>
          <a:ln w="10160">
            <a:solidFill>
              <a:srgbClr val="C1C9BF"/>
            </a:solidFill>
            <a:prstDash val="solid"/>
          </a:ln>
        </p:spPr>
      </p:sp>
      <p:pic>
        <p:nvPicPr>
          <p:cNvPr id="10" name="Image 1" descr="/mnt/data/showcase_p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093976"/>
            <a:ext cx="5248656" cy="24414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6656" y="496519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A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TIKA-4431 · TIKA-4408 · TIKA-4694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364224" y="49651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2A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#7 CSV · #6 Word metadata (draft) · #4 Python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20" y="5449824"/>
            <a:ext cx="11201400" cy="658368"/>
          </a:xfrm>
          <a:prstGeom prst="roundRect">
            <a:avLst>
              <a:gd name="adj" fmla="val 12500"/>
            </a:avLst>
          </a:prstGeom>
          <a:solidFill>
            <a:srgbClr val="DFE8E1"/>
          </a:solidFill>
          <a:ln w="10160">
            <a:solidFill>
              <a:srgbClr val="C1C9B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58952" y="559612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tracked: TIKA-4083 (ClamAV CDiff) — group issue closed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9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group repository Issues and Pull Requests screenshots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TIKA  /  EVIDENCE OF UPSTREAM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A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contribution accepted by Apache Tika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07592"/>
            <a:ext cx="11155680" cy="0"/>
          </a:xfrm>
          <a:prstGeom prst="line">
            <a:avLst/>
          </a:prstGeom>
          <a:noFill/>
          <a:ln w="11430">
            <a:solidFill>
              <a:srgbClr val="202A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11201400" cy="1993392"/>
          </a:xfrm>
          <a:prstGeom prst="roundRect">
            <a:avLst>
              <a:gd name="adj" fmla="val 4128"/>
            </a:avLst>
          </a:prstGeom>
          <a:solidFill>
            <a:srgbClr val="FCFAF5"/>
          </a:solidFill>
          <a:ln w="10160">
            <a:solidFill>
              <a:srgbClr val="C1C9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73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UPSTREAM PULL REQUEST</a:t>
            </a:r>
            <a:endParaRPr lang="en-US" sz="1300" dirty="0"/>
          </a:p>
        </p:txBody>
      </p:sp>
      <p:pic>
        <p:nvPicPr>
          <p:cNvPr id="7" name="Image 0" descr="/mnt/data/showcase_merg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93976"/>
            <a:ext cx="10671048" cy="1152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739896"/>
            <a:ext cx="7452360" cy="2313432"/>
          </a:xfrm>
          <a:prstGeom prst="roundRect">
            <a:avLst>
              <a:gd name="adj" fmla="val 3557"/>
            </a:avLst>
          </a:prstGeom>
          <a:solidFill>
            <a:srgbClr val="FCFAF5"/>
          </a:solidFill>
          <a:ln w="10160">
            <a:solidFill>
              <a:srgbClr val="C1C9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389534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MAINTAINER CONFIRMATION</a:t>
            </a:r>
            <a:endParaRPr lang="en-US" sz="1300" dirty="0"/>
          </a:p>
        </p:txBody>
      </p:sp>
      <p:pic>
        <p:nvPicPr>
          <p:cNvPr id="10" name="Image 1" descr="/mnt/data/showcase_than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325112"/>
            <a:ext cx="6894576" cy="1508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129016" y="3739896"/>
            <a:ext cx="3575304" cy="2313432"/>
          </a:xfrm>
          <a:prstGeom prst="roundRect">
            <a:avLst>
              <a:gd name="adj" fmla="val 3557"/>
            </a:avLst>
          </a:prstGeom>
          <a:solidFill>
            <a:srgbClr val="E0EADD"/>
          </a:solidFill>
          <a:ln w="10160">
            <a:solidFill>
              <a:srgbClr val="C1C9B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03336" y="4078224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TIKA-4694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8403336" y="4700016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02A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Merged into apache/tika:main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85216" y="62910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69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upstream PR #3376  •  merged by an Apache Tika maintainer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Tika – Group showcase with evidence</dc:title>
  <dc:subject>PptxGenJS Presentation</dc:subject>
  <dc:creator>COMP2120 group</dc:creator>
  <cp:lastModifiedBy>COMP2120 group</cp:lastModifiedBy>
  <cp:revision>1</cp:revision>
  <dcterms:created xsi:type="dcterms:W3CDTF">2026-10-25T00:42:15Z</dcterms:created>
  <dcterms:modified xsi:type="dcterms:W3CDTF">2026-10-25T00:42:15Z</dcterms:modified>
</cp:coreProperties>
</file>