
<file path=[Content_Types].xml><?xml version="1.0" encoding="utf-8"?>
<Types xmlns="http://schemas.openxmlformats.org/package/2006/content-types">
  <Default Extension="xml" ContentType="application/vnd.openxmlformats-package.core-properties+xml"/>
  <Default Extension="jpeg" ContentType="image/jpe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Masters/slideMaster6.xml" ContentType="application/vnd.openxmlformats-officedocument.presentationml.slideMaster+xml"/>
  <Override PartName="/ppt/slideMasters/theme/theme7.xml" ContentType="application/vnd.openxmlformats-officedocument.theme+xml"/>
  <Override PartName="/ppt/slideMasters/slideMaster7.xml" ContentType="application/vnd.openxmlformats-officedocument.presentationml.slideMaster+xml"/>
  <Override PartName="/ppt/slideMasters/theme/theme8.xml" ContentType="application/vnd.openxmlformats-officedocument.theme+xml"/>
  <Override PartName="/ppt/slideMasters/slideMaster8.xml" ContentType="application/vnd.openxmlformats-officedocument.presentationml.slideMaster+xml"/>
  <Override PartName="/ppt/slideMasters/theme/theme9.xml" ContentType="application/vnd.openxmlformats-officedocument.theme+xml"/>
  <Override PartName="/ppt/slideMasters/slideMaster9.xml" ContentType="application/vnd.openxmlformats-officedocument.presentationml.slideMaster+xml"/>
  <Override PartName="/ppt/slideMasters/theme/theme10.xml" ContentType="application/vnd.openxmlformats-officedocument.theme+xml"/>
  <Override PartName="/ppt/slideMasters/slideMaster10.xml" ContentType="application/vnd.openxmlformats-officedocument.presentationml.slideMaster+xml"/>
  <Override PartName="/ppt/slideMasters/theme/theme11.xml" ContentType="application/vnd.openxmlformats-officedocument.theme+xml"/>
  <Override PartName="/ppt/slideMasters/slideMaster11.xml" ContentType="application/vnd.openxmlformats-officedocument.presentationml.slideMaster+xml"/>
  <Override PartName="/ppt/slideMasters/theme/theme12.xml" ContentType="application/vnd.openxmlformats-officedocument.theme+xml"/>
  <Override PartName="/ppt/slideMasters/slideMaster12.xml" ContentType="application/vnd.openxmlformats-officedocument.presentationml.slideMaster+xml"/>
  <Override PartName="/ppt/slideMasters/theme/theme13.xml" ContentType="application/vnd.openxmlformats-officedocument.theme+xml"/>
  <Override PartName="/ppt/slideMasters/slideMaster13.xml" ContentType="application/vnd.openxmlformats-officedocument.presentationml.slideMaster+xml"/>
  <Override PartName="/ppt/slideMasters/theme/theme14.xml" ContentType="application/vnd.openxmlformats-officedocument.theme+xml"/>
  <Override PartName="/ppt/slideMasters/slideMaster14.xml" ContentType="application/vnd.openxmlformats-officedocument.presentationml.slideMaster+xml"/>
  <Override PartName="/ppt/slideMasters/theme/theme15.xml" ContentType="application/vnd.openxmlformats-officedocument.theme+xml"/>
  <Override PartName="/ppt/slideMasters/slideMaster15.xml" ContentType="application/vnd.openxmlformats-officedocument.presentationml.slideMaster+xml"/>
  <Override PartName="/ppt/slideMasters/theme/theme1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notesMasters/notesMaster1.xml" ContentType="application/vnd.openxmlformats-officedocument.presentationml.notesMaster+xml"/>
  <Override PartName="/ppt/notesMasters/theme/theme17.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b27c6825bf481c" /><Relationship Type="http://schemas.openxmlformats.org/officeDocument/2006/relationships/extended-properties" Target="/docProps/app.xml" Id="Rafd2e795e0ff48cb" /><Relationship Type="http://schemas.openxmlformats.org/officeDocument/2006/relationships/officeDocument" Target="/ppt/presentation.xml" Id="Re9b121247a13479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b46daec424140f0"/>
    <p:sldMasterId xmlns:r="http://schemas.openxmlformats.org/officeDocument/2006/relationships" id="2147483650" r:id="R891f953907294c52"/>
    <p:sldMasterId xmlns:r="http://schemas.openxmlformats.org/officeDocument/2006/relationships" id="2147483655" r:id="Rcc715e559ab74e5e"/>
    <p:sldMasterId xmlns:r="http://schemas.openxmlformats.org/officeDocument/2006/relationships" id="2147483657" r:id="Rf1c83ae855354b6c"/>
    <p:sldMasterId xmlns:r="http://schemas.openxmlformats.org/officeDocument/2006/relationships" id="2147483662" r:id="Rf4975c768db8439f"/>
    <p:sldMasterId xmlns:r="http://schemas.openxmlformats.org/officeDocument/2006/relationships" id="2147483664" r:id="R3760a7c0b3924924"/>
    <p:sldMasterId xmlns:r="http://schemas.openxmlformats.org/officeDocument/2006/relationships" id="2147483669" r:id="Rd813cda9f4394a53"/>
    <p:sldMasterId xmlns:r="http://schemas.openxmlformats.org/officeDocument/2006/relationships" id="2147483671" r:id="Rfcfb47bbfc6d4979"/>
    <p:sldMasterId xmlns:r="http://schemas.openxmlformats.org/officeDocument/2006/relationships" id="2147483676" r:id="R336b9a811a734720"/>
    <p:sldMasterId xmlns:r="http://schemas.openxmlformats.org/officeDocument/2006/relationships" id="2147483678" r:id="R642de31bcffa4df3"/>
    <p:sldMasterId xmlns:r="http://schemas.openxmlformats.org/officeDocument/2006/relationships" id="2147483683" r:id="R836004218b044e38"/>
    <p:sldMasterId xmlns:r="http://schemas.openxmlformats.org/officeDocument/2006/relationships" id="2147483685" r:id="Rc0db59c18f6c418e"/>
    <p:sldMasterId xmlns:r="http://schemas.openxmlformats.org/officeDocument/2006/relationships" id="2147483690" r:id="R60f456f77d5a4a56"/>
    <p:sldMasterId xmlns:r="http://schemas.openxmlformats.org/officeDocument/2006/relationships" id="2147483719" r:id="R0eba612a59214dfe"/>
    <p:sldMasterId xmlns:r="http://schemas.openxmlformats.org/officeDocument/2006/relationships" id="2147483721" r:id="Rb2619c0df32b4aab"/>
  </p:sldMasterIdLst>
  <p:notesMasterIdLst>
    <p:notesMasterId xmlns:r="http://schemas.openxmlformats.org/officeDocument/2006/relationships" r:id="R8f7542e5b8c24831"/>
  </p:notesMasterIdLst>
  <p:sldIdLst>
    <p:sldId xmlns:r="http://schemas.openxmlformats.org/officeDocument/2006/relationships" id="256" r:id="Raec656af1f054c3f"/>
  </p:sldIdLst>
  <p:sldSz cx="12192000" cy="6858000"/>
  <p:notesSz cx="6858000" cy="9144000"/>
  <p:embeddedFontLst>
    <p:embeddedFont>
      <p:font typeface="Manrope"/>
      <p:regular xmlns:r="http://schemas.openxmlformats.org/officeDocument/2006/relationships" r:id="Rd7ce1c69750e49e8"/>
      <p:bold xmlns:r="http://schemas.openxmlformats.org/officeDocument/2006/relationships" r:id="R4fac7fb65c0d4789"/>
    </p:embeddedFont>
    <p:embeddedFont>
      <p:font typeface="Roboto Mono"/>
      <p:regular xmlns:r="http://schemas.openxmlformats.org/officeDocument/2006/relationships" r:id="Ra4e4f8c59f254fbe"/>
      <p:bold xmlns:r="http://schemas.openxmlformats.org/officeDocument/2006/relationships" r:id="Rbe42f01f9ae04c14"/>
      <p:italic xmlns:r="http://schemas.openxmlformats.org/officeDocument/2006/relationships" r:id="R154fe985e9d645bc"/>
      <p:boldItalic xmlns:r="http://schemas.openxmlformats.org/officeDocument/2006/relationships" r:id="R448002432a414946"/>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504e5dfa04401a" /><Relationship Type="http://schemas.openxmlformats.org/officeDocument/2006/relationships/slideMaster" Target="/ppt/slideMasters/slideMaster1.xml" Id="R8b46daec424140f0" /><Relationship Type="http://schemas.openxmlformats.org/officeDocument/2006/relationships/slideMaster" Target="/ppt/slideMasters/slideMaster2.xml" Id="R891f953907294c52" /><Relationship Type="http://schemas.openxmlformats.org/officeDocument/2006/relationships/slideMaster" Target="/ppt/slideMasters/slideMaster3.xml" Id="Rcc715e559ab74e5e" /><Relationship Type="http://schemas.openxmlformats.org/officeDocument/2006/relationships/slideMaster" Target="/ppt/slideMasters/slideMaster4.xml" Id="Rf1c83ae855354b6c" /><Relationship Type="http://schemas.openxmlformats.org/officeDocument/2006/relationships/slideMaster" Target="/ppt/slideMasters/slideMaster5.xml" Id="Rf4975c768db8439f" /><Relationship Type="http://schemas.openxmlformats.org/officeDocument/2006/relationships/slideMaster" Target="/ppt/slideMasters/slideMaster6.xml" Id="R3760a7c0b3924924" /><Relationship Type="http://schemas.openxmlformats.org/officeDocument/2006/relationships/slideMaster" Target="/ppt/slideMasters/slideMaster7.xml" Id="Rd813cda9f4394a53" /><Relationship Type="http://schemas.openxmlformats.org/officeDocument/2006/relationships/slideMaster" Target="/ppt/slideMasters/slideMaster8.xml" Id="Rfcfb47bbfc6d4979" /><Relationship Type="http://schemas.openxmlformats.org/officeDocument/2006/relationships/slideMaster" Target="/ppt/slideMasters/slideMaster9.xml" Id="R336b9a811a734720" /><Relationship Type="http://schemas.openxmlformats.org/officeDocument/2006/relationships/slideMaster" Target="/ppt/slideMasters/slideMaster10.xml" Id="R642de31bcffa4df3" /><Relationship Type="http://schemas.openxmlformats.org/officeDocument/2006/relationships/slideMaster" Target="/ppt/slideMasters/slideMaster11.xml" Id="R836004218b044e38" /><Relationship Type="http://schemas.openxmlformats.org/officeDocument/2006/relationships/slideMaster" Target="/ppt/slideMasters/slideMaster12.xml" Id="Rc0db59c18f6c418e" /><Relationship Type="http://schemas.openxmlformats.org/officeDocument/2006/relationships/slideMaster" Target="/ppt/slideMasters/slideMaster13.xml" Id="R60f456f77d5a4a56" /><Relationship Type="http://schemas.openxmlformats.org/officeDocument/2006/relationships/slideMaster" Target="/ppt/slideMasters/slideMaster14.xml" Id="R0eba612a59214dfe" /><Relationship Type="http://schemas.openxmlformats.org/officeDocument/2006/relationships/slideMaster" Target="/ppt/slideMasters/slideMaster15.xml" Id="Rb2619c0df32b4aab" /><Relationship Type="http://schemas.openxmlformats.org/officeDocument/2006/relationships/notesMaster" Target="/ppt/notesMasters/notesMaster1.xml" Id="R8f7542e5b8c24831" /><Relationship Type="http://schemas.openxmlformats.org/officeDocument/2006/relationships/presProps" Target="/ppt/presProps.xml" Id="Rba548d116a14412a" /><Relationship Type="http://schemas.openxmlformats.org/officeDocument/2006/relationships/tableStyles" Target="/ppt/tableStyles.xml" Id="R9aa6db8bcd5e44c2" /><Relationship Type="http://schemas.openxmlformats.org/officeDocument/2006/relationships/font" Target="/ppt/fonts/font.dat" Id="Rd7ce1c69750e49e8" /><Relationship Type="http://schemas.openxmlformats.org/officeDocument/2006/relationships/font" Target="/ppt/fonts/font2.dat" Id="R4fac7fb65c0d4789" /><Relationship Type="http://schemas.openxmlformats.org/officeDocument/2006/relationships/font" Target="/ppt/fonts/font3.dat" Id="Ra4e4f8c59f254fbe" /><Relationship Type="http://schemas.openxmlformats.org/officeDocument/2006/relationships/font" Target="/ppt/fonts/font4.dat" Id="Rbe42f01f9ae04c14" /><Relationship Type="http://schemas.openxmlformats.org/officeDocument/2006/relationships/font" Target="/ppt/fonts/font5.dat" Id="R154fe985e9d645bc" /><Relationship Type="http://schemas.openxmlformats.org/officeDocument/2006/relationships/font" Target="/ppt/fonts/font6.dat" Id="R448002432a414946" /><Relationship Type="http://schemas.openxmlformats.org/officeDocument/2006/relationships/slide" Target="/ppt/slides/slide1.xml" Id="Raec656af1f054c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17.xml" Id="R636893899f4a4a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17.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60c93042364d4a" /><Relationship Type="http://schemas.openxmlformats.org/officeDocument/2006/relationships/notesMaster" Target="/ppt/notesMasters/notesMaster1.xml" Id="Rd984f6d6f9884d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Kyubin Park (@u8026876). A4 question 2: Why did we choose these particular issues?</a:t>
            </a:r>
            <a:endParaRPr/>
          </a:p>
          <a:p xmlns:a="http://schemas.openxmlformats.org/drawingml/2006/main">
            <a:pPr marL="0" lvl="0" indent="0" algn="l">
              <a:spcBef>
                <a:spcPts val="0"/>
              </a:spcBef>
              <a:spcAft>
                <a:spcPts val="0"/>
              </a:spcAft>
              <a:buNone/>
            </a:pPr>
            <a:r>
              <a:t>Suggested duration: about 65-75 seconds, subject to rehearsal.</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Suggested speaking script: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These issues offered clear problems, focused changes and results we could test.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my CSV issue, simply adding a hash to the filename reproduced the failure. That made it practical to investigate filename handling and check that genuine URLs still worked.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Jiajun's Python issue also had small, repeatable examples. We could test a targeted detection-rule change against both Python and Shell scripts.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Vivek chose a focused Word metadata bug. The line and paragraph counts were already stored in the document, so existing APIs and a test fixture gave him a clear way to check the change.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Terry's CDiff investigation had a known file signature and sample files, giving it a clear starting point for extending detection.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Together, these tasks kept the scope manageable while providing useful investigation, implementation, testing and peer review.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and attribution, checked 25 October 2026:</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Vivek: explicit reason. His first source slide has a "Why I chose it" section describing a focused bug: legacy Word .doc files stored line and paragraph counts that Tika did not return. The same slide identifies existing Apache POI getters and Tika metadata keys. Source: https://github.com/u8026876/comp2120-gyg-a5/blob/main/presentation/Vivek%20-%20TIKA4694%20-%20slides.pptx . Related work claim: https://github.com/u8026876/comp2120-gyg-a5/issues/5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Kyubin: proposed technical rationale synthesized from the CSV failure, scope and compatibility tests in https://github.com/u8026876/comp2120-gyg-a5/issues/1 . The unchanged content with a hash in its filename provided a reproducible trigger. This is not a quotation of a previously recorded personal motivation.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Jiajun: proposed technical rationale synthesized from https://github.com/u8026876/comp2120-gyg-a5/issues/2 and the root-cause/test slides in https://github.com/u8026876/comp2120-gyg-a5/blob/main/presentation/Jiajun-TIKA-4408-section.pptx . These sources document reproducible env-Python shebang cases, a focused rule correction, and Python/Shell controls. They do not directly state a personal reason for choosing the issue.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Terry: proposed technical rationale synthesized from https://github.com/u8026876/comp2120-gyg-a5/issues/3 . The task record supplies the ClamAV-Diff signature at offset zero and sample files. His presentation section discusses contribution process and review, rather than why he personally chose CDiff. Describe CDiff as an investigation, without implying a completed implementation.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Brett: no separate issue claim or personal selection rationale was found in the four checked task records or the available member decks. Do not invent one or imply every member owned a separate issue.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common criteria and this speaking script are a suggested synthesis for Kyubin to review and endorse. Only Vivek's source explicitly labels a personal selection reason. No estimate of time spent, personal interest, or historical motivation has been invented for other members.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Official A4 question 2: https://comp.anu.edu.au/courses/comp2120/assignments/assignment4/ . The brief asks why the group chose the issues. Issue-selection guidance discusses difficulty, size, time and workload: https://comp.anu.edu.au/courses/comp2120/assignments/assignment5/ . The slide supports scope, testability and useful group work; it does not invent time estimates.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AI assistance: Codex inspected member slides and current GitHub task records, combined the documented reasons and technical suitability, edited this slide, and drafted the suggested script. Members' original contributions retain their own attribution.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5a7b39606949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c4993c62ac62495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ad1e54ba552547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2152710da0fa46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a2f51e124ba842d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3.xml" Id="R0f202f5185c043b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4.xml" Id="R7b54681eb56b44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4.xml" Id="R9294fcd33bf24ff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4.xml" Id="Rd35baa381d50470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4.xml" Id="Rf548185927544bf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5.xml" Id="R4d71162deb264fb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6.xml" Id="Rb5d506cd17964a9a"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6.xml" Id="Rf82f388cff5c4bf7"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6.xml" Id="R53dedb5e08254469"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6.xml" Id="R82655b7f9fd04a5d"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7.xml" Id="Re5883e1dc4c14be3"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8.xml" Id="R484591dc12a24e7d"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8.xml" Id="Rbe4db4f63fee4de0"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8.xml" Id="Rfddd89665a914144"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8.xml" Id="Rdb2b9d8c1f55477c"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9.xml" Id="Rbe416abcdc5b4e19"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0.xml" Id="R1da655998d3840b6"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0.xml" Id="R122a28a6058641e2"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10.xml" Id="Rd8b9f85c4ed64824"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10.xml" Id="R33a43dfc4b9b4710"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11.xml" Id="Ra96909f5cd014a19"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12.xml" Id="Rb96ef40726c54bf9"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12.xml" Id="Rc9c46f185a614852"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12.xml" Id="Rb061449ff3e24e25"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12.xml" Id="R2528c16c4f8e4c02"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13.xml" Id="Ra789ac8e20b442b9" /><Relationship Type="http://schemas.openxmlformats.org/officeDocument/2006/relationships/image" Target="/ppt/media/image.jpeg" Id="Rde4a3a16105b4a08"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13.xml" Id="R7db7228463c14c94"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13.xml" Id="R021fac58b4084fcf" /><Relationship Type="http://schemas.openxmlformats.org/officeDocument/2006/relationships/image" Target="/ppt/media/image2.jpeg" Id="R8c2559ad99d84d4c"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13.xml" Id="Rd20205ef2b404e2d"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13.xml" Id="R1d8c3c7779fc45cd" /></Relationships>
</file>

<file path=ppt/slideLayouts/_rels/slideLayout36.xml.rels>&#65279;<?xml version="1.0" encoding="utf-8"?><Relationships xmlns="http://schemas.openxmlformats.org/package/2006/relationships"><Relationship Type="http://schemas.openxmlformats.org/officeDocument/2006/relationships/slideMaster" Target="/ppt/slideMasters/slideMaster13.xml" Id="R25c3262501be4119" /></Relationships>
</file>

<file path=ppt/slideLayouts/_rels/slideLayout37.xml.rels>&#65279;<?xml version="1.0" encoding="utf-8"?><Relationships xmlns="http://schemas.openxmlformats.org/package/2006/relationships"><Relationship Type="http://schemas.openxmlformats.org/officeDocument/2006/relationships/slideMaster" Target="/ppt/slideMasters/slideMaster13.xml" Id="R47e213ac33f349bb" /><Relationship Type="http://schemas.openxmlformats.org/officeDocument/2006/relationships/image" Target="/ppt/media/image3.jpeg" Id="R7a3462c1f99240f2" /></Relationships>
</file>

<file path=ppt/slideLayouts/_rels/slideLayout38.xml.rels>&#65279;<?xml version="1.0" encoding="utf-8"?><Relationships xmlns="http://schemas.openxmlformats.org/package/2006/relationships"><Relationship Type="http://schemas.openxmlformats.org/officeDocument/2006/relationships/slideMaster" Target="/ppt/slideMasters/slideMaster13.xml" Id="R5746358b54274616" /></Relationships>
</file>

<file path=ppt/slideLayouts/_rels/slideLayout39.xml.rels>&#65279;<?xml version="1.0" encoding="utf-8"?><Relationships xmlns="http://schemas.openxmlformats.org/package/2006/relationships"><Relationship Type="http://schemas.openxmlformats.org/officeDocument/2006/relationships/slideMaster" Target="/ppt/slideMasters/slideMaster13.xml" Id="R282a69a5ef81459e" /></Relationships>
</file>

<file path=ppt/slideLayouts/_rels/slideLayout40.xml.rels>&#65279;<?xml version="1.0" encoding="utf-8"?><Relationships xmlns="http://schemas.openxmlformats.org/package/2006/relationships"><Relationship Type="http://schemas.openxmlformats.org/officeDocument/2006/relationships/slideMaster" Target="/ppt/slideMasters/slideMaster13.xml" Id="Rd9168d77f95c4864" /><Relationship Type="http://schemas.openxmlformats.org/officeDocument/2006/relationships/image" Target="/ppt/media/image4.jpeg" Id="R6569b8e4eaa04b7b" /></Relationships>
</file>

<file path=ppt/slideLayouts/_rels/slideLayout41.xml.rels>&#65279;<?xml version="1.0" encoding="utf-8"?><Relationships xmlns="http://schemas.openxmlformats.org/package/2006/relationships"><Relationship Type="http://schemas.openxmlformats.org/officeDocument/2006/relationships/slideMaster" Target="/ppt/slideMasters/slideMaster13.xml" Id="R06bd48a2a27e4c67" /><Relationship Type="http://schemas.openxmlformats.org/officeDocument/2006/relationships/image" Target="/ppt/media/image5.jpeg" Id="R883c1b468681425c" /></Relationships>
</file>

<file path=ppt/slideLayouts/_rels/slideLayout42.xml.rels>&#65279;<?xml version="1.0" encoding="utf-8"?><Relationships xmlns="http://schemas.openxmlformats.org/package/2006/relationships"><Relationship Type="http://schemas.openxmlformats.org/officeDocument/2006/relationships/slideMaster" Target="/ppt/slideMasters/slideMaster13.xml" Id="Rf643d7ec2b0c45bf" /><Relationship Type="http://schemas.openxmlformats.org/officeDocument/2006/relationships/image" Target="/ppt/media/image5.jpeg" Id="Rb8662edc1a7248e5" /></Relationships>
</file>

<file path=ppt/slideLayouts/_rels/slideLayout43.xml.rels>&#65279;<?xml version="1.0" encoding="utf-8"?><Relationships xmlns="http://schemas.openxmlformats.org/package/2006/relationships"><Relationship Type="http://schemas.openxmlformats.org/officeDocument/2006/relationships/slideMaster" Target="/ppt/slideMasters/slideMaster13.xml" Id="R5148be3bc8b544e2" /><Relationship Type="http://schemas.openxmlformats.org/officeDocument/2006/relationships/image" Target="/ppt/media/image5.jpeg" Id="R5cc18bb1021f4a7c" /></Relationships>
</file>

<file path=ppt/slideLayouts/_rels/slideLayout44.xml.rels>&#65279;<?xml version="1.0" encoding="utf-8"?><Relationships xmlns="http://schemas.openxmlformats.org/package/2006/relationships"><Relationship Type="http://schemas.openxmlformats.org/officeDocument/2006/relationships/slideMaster" Target="/ppt/slideMasters/slideMaster13.xml" Id="Ra5585faa04144ffe" /><Relationship Type="http://schemas.openxmlformats.org/officeDocument/2006/relationships/image" Target="/ppt/media/image6.jpeg" Id="R4a91500f10af463c" /></Relationships>
</file>

<file path=ppt/slideLayouts/_rels/slideLayout45.xml.rels>&#65279;<?xml version="1.0" encoding="utf-8"?><Relationships xmlns="http://schemas.openxmlformats.org/package/2006/relationships"><Relationship Type="http://schemas.openxmlformats.org/officeDocument/2006/relationships/slideMaster" Target="/ppt/slideMasters/slideMaster13.xml" Id="Ra6a5b381a8c24a13" /><Relationship Type="http://schemas.openxmlformats.org/officeDocument/2006/relationships/image" Target="/ppt/media/image6.jpeg" Id="R1999a66080084fc2" /></Relationships>
</file>

<file path=ppt/slideLayouts/_rels/slideLayout46.xml.rels>&#65279;<?xml version="1.0" encoding="utf-8"?><Relationships xmlns="http://schemas.openxmlformats.org/package/2006/relationships"><Relationship Type="http://schemas.openxmlformats.org/officeDocument/2006/relationships/slideMaster" Target="/ppt/slideMasters/slideMaster13.xml" Id="R7ee3435b99f74e19" /><Relationship Type="http://schemas.openxmlformats.org/officeDocument/2006/relationships/image" Target="/ppt/media/image7.jpeg" Id="R97854492898f4b51" /></Relationships>
</file>

<file path=ppt/slideLayouts/_rels/slideLayout47.xml.rels>&#65279;<?xml version="1.0" encoding="utf-8"?><Relationships xmlns="http://schemas.openxmlformats.org/package/2006/relationships"><Relationship Type="http://schemas.openxmlformats.org/officeDocument/2006/relationships/slideMaster" Target="/ppt/slideMasters/slideMaster13.xml" Id="R2f2df508c77a4b84" /><Relationship Type="http://schemas.openxmlformats.org/officeDocument/2006/relationships/image" Target="/ppt/media/image8.jpeg" Id="R1ad459eb959e4945" /></Relationships>
</file>

<file path=ppt/slideLayouts/_rels/slideLayout48.xml.rels>&#65279;<?xml version="1.0" encoding="utf-8"?><Relationships xmlns="http://schemas.openxmlformats.org/package/2006/relationships"><Relationship Type="http://schemas.openxmlformats.org/officeDocument/2006/relationships/slideMaster" Target="/ppt/slideMasters/slideMaster13.xml" Id="R12da842bdf4d44ab" /><Relationship Type="http://schemas.openxmlformats.org/officeDocument/2006/relationships/image" Target="/ppt/media/image3.jpeg" Id="R50e26427a58740d4" /></Relationships>
</file>

<file path=ppt/slideLayouts/_rels/slideLayout49.xml.rels>&#65279;<?xml version="1.0" encoding="utf-8"?><Relationships xmlns="http://schemas.openxmlformats.org/package/2006/relationships"><Relationship Type="http://schemas.openxmlformats.org/officeDocument/2006/relationships/slideMaster" Target="/ppt/slideMasters/slideMaster13.xml" Id="R3f0a6d45094b4d0d" /></Relationships>
</file>

<file path=ppt/slideLayouts/_rels/slideLayout50.xml.rels>&#65279;<?xml version="1.0" encoding="utf-8"?><Relationships xmlns="http://schemas.openxmlformats.org/package/2006/relationships"><Relationship Type="http://schemas.openxmlformats.org/officeDocument/2006/relationships/slideMaster" Target="/ppt/slideMasters/slideMaster13.xml" Id="Rf1f8d6e619e14109" /></Relationships>
</file>

<file path=ppt/slideLayouts/_rels/slideLayout51.xml.rels>&#65279;<?xml version="1.0" encoding="utf-8"?><Relationships xmlns="http://schemas.openxmlformats.org/package/2006/relationships"><Relationship Type="http://schemas.openxmlformats.org/officeDocument/2006/relationships/slideMaster" Target="/ppt/slideMasters/slideMaster13.xml" Id="R6701da6f4e6d4d4f" /></Relationships>
</file>

<file path=ppt/slideLayouts/_rels/slideLayout52.xml.rels>&#65279;<?xml version="1.0" encoding="utf-8"?><Relationships xmlns="http://schemas.openxmlformats.org/package/2006/relationships"><Relationship Type="http://schemas.openxmlformats.org/officeDocument/2006/relationships/slideMaster" Target="/ppt/slideMasters/slideMaster13.xml" Id="R3f114ddeb72d4338" /></Relationships>
</file>

<file path=ppt/slideLayouts/_rels/slideLayout53.xml.rels>&#65279;<?xml version="1.0" encoding="utf-8"?><Relationships xmlns="http://schemas.openxmlformats.org/package/2006/relationships"><Relationship Type="http://schemas.openxmlformats.org/officeDocument/2006/relationships/slideMaster" Target="/ppt/slideMasters/slideMaster13.xml" Id="R0aa70f4f9a5249d3" /></Relationships>
</file>

<file path=ppt/slideLayouts/_rels/slideLayout54.xml.rels>&#65279;<?xml version="1.0" encoding="utf-8"?><Relationships xmlns="http://schemas.openxmlformats.org/package/2006/relationships"><Relationship Type="http://schemas.openxmlformats.org/officeDocument/2006/relationships/slideMaster" Target="/ppt/slideMasters/slideMaster13.xml" Id="R67a18223d28449e1" /></Relationships>
</file>

<file path=ppt/slideLayouts/_rels/slideLayout55.xml.rels>&#65279;<?xml version="1.0" encoding="utf-8"?><Relationships xmlns="http://schemas.openxmlformats.org/package/2006/relationships"><Relationship Type="http://schemas.openxmlformats.org/officeDocument/2006/relationships/slideMaster" Target="/ppt/slideMasters/slideMaster13.xml" Id="R0c07f9cf204e4cd0" /></Relationships>
</file>

<file path=ppt/slideLayouts/_rels/slideLayout56.xml.rels>&#65279;<?xml version="1.0" encoding="utf-8"?><Relationships xmlns="http://schemas.openxmlformats.org/package/2006/relationships"><Relationship Type="http://schemas.openxmlformats.org/officeDocument/2006/relationships/slideMaster" Target="/ppt/slideMasters/slideMaster13.xml" Id="R75069f3b847a49cc" /></Relationships>
</file>

<file path=ppt/slideLayouts/_rels/slideLayout57.xml.rels>&#65279;<?xml version="1.0" encoding="utf-8"?><Relationships xmlns="http://schemas.openxmlformats.org/package/2006/relationships"><Relationship Type="http://schemas.openxmlformats.org/officeDocument/2006/relationships/slideMaster" Target="/ppt/slideMasters/slideMaster13.xml" Id="R99b9bafecb6a40ce" /></Relationships>
</file>

<file path=ppt/slideLayouts/_rels/slideLayout58.xml.rels>&#65279;<?xml version="1.0" encoding="utf-8"?><Relationships xmlns="http://schemas.openxmlformats.org/package/2006/relationships"><Relationship Type="http://schemas.openxmlformats.org/officeDocument/2006/relationships/slideMaster" Target="/ppt/slideMasters/slideMaster13.xml" Id="R23c19469fd7d4c7c" /></Relationships>
</file>

<file path=ppt/slideLayouts/_rels/slideLayout59.xml.rels>&#65279;<?xml version="1.0" encoding="utf-8"?><Relationships xmlns="http://schemas.openxmlformats.org/package/2006/relationships"><Relationship Type="http://schemas.openxmlformats.org/officeDocument/2006/relationships/slideMaster" Target="/ppt/slideMasters/slideMaster14.xml" Id="Rded66840e97d4770" /></Relationships>
</file>

<file path=ppt/slideLayouts/_rels/slideLayout60.xml.rels>&#65279;<?xml version="1.0" encoding="utf-8"?><Relationships xmlns="http://schemas.openxmlformats.org/package/2006/relationships"><Relationship Type="http://schemas.openxmlformats.org/officeDocument/2006/relationships/slideMaster" Target="/ppt/slideMasters/slideMaster15.xml" Id="Rb88f6fda6f394b89" /></Relationships>
</file>

<file path=ppt/slideLayouts/_rels/slideLayout61.xml.rels>&#65279;<?xml version="1.0" encoding="utf-8"?><Relationships xmlns="http://schemas.openxmlformats.org/package/2006/relationships"><Relationship Type="http://schemas.openxmlformats.org/officeDocument/2006/relationships/slideMaster" Target="/ppt/slideMasters/slideMaster15.xml" Id="R4ddf33bc97364606" /></Relationships>
</file>

<file path=ppt/slideLayouts/_rels/slideLayout62.xml.rels>&#65279;<?xml version="1.0" encoding="utf-8"?><Relationships xmlns="http://schemas.openxmlformats.org/package/2006/relationships"><Relationship Type="http://schemas.openxmlformats.org/officeDocument/2006/relationships/slideMaster" Target="/ppt/slideMasters/slideMaster15.xml" Id="Rebd7cd69d73349e8" /></Relationships>
</file>

<file path=ppt/slideLayouts/_rels/slideLayout63.xml.rels>&#65279;<?xml version="1.0" encoding="utf-8"?><Relationships xmlns="http://schemas.openxmlformats.org/package/2006/relationships"><Relationship Type="http://schemas.openxmlformats.org/officeDocument/2006/relationships/slideMaster" Target="/ppt/slideMasters/slideMaster15.xml" Id="R93812f4e13f84ab4" /></Relationships>
</file>

<file path=ppt/slideLayouts/slideLayout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7.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8.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9.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0.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76B55616-6F24-40DF-9D48-6FC5783011A5}"/>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E2B988E9-CEAA-4F3A-BCE3-ADB9F65EE629}"/>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7957E249-33C1-4596-8520-A1D205D218B1}"/>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C3C4270D-DE5A-487F-ABAB-A0BE034CB1A8}"/>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30819C11-0330-45DA-ABCA-4E11DDA6917E}"/>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29D46580-4276-4032-8E86-40C5953CCCCA}"/>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C4A2C643-7BFF-4B2C-AACE-E3BC11B7D503}"/>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05E73D13-8948-40CB-B433-31B6B582BAA4}"/>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7996EB64-738C-4607-AA85-70869540FFC7}"/>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50914F60-18EE-41A6-B62E-4CEB84A1621C}"/>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E44E8FB4-C98F-43F2-9E8D-BABEB359F90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0F6CC714-AAEF-4801-9F7B-84D1B69E23F1}"/>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6.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7.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8.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19.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0.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6.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1992E541-0D25-4936-A0B1-A43AFC1DD9BF}"/>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37B1126E-E58C-4EF4-9BDB-88E28D6243A9}"/>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7.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9EAF2F38-64AB-45B9-997D-780B9A4E1770}"/>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55CBB7EB-7659-444F-BC52-0CEF45AD1438}"/>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5697712A-8218-4063-BF58-86ACB9E40FC8}"/>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8.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59F09153-414A-4503-ADC2-18697F5935D5}"/>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A6BDEF8E-C064-4C28-8B1A-25663DB179C3}"/>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FCA70644-D7D5-482D-8B95-9F519EA862F6}"/>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9.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BF0E52CF-15AE-4F3D-AF79-48AE4BCA3E23}"/>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3434EC93-637F-4C9E-AF86-5D72F81578C5}"/>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0.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8471C678-2670-406A-9D52-DA13499A09BF}"/>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F74C6FF-BC5C-4755-9418-E134F02A7E3C}"/>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1.xml><?xml version="1.0" encoding="utf-8"?>
<p:sldLayout xmlns:p="http://schemas.openxmlformats.org/presentationml/2006/main" showMasterSp="0" preserve="1">
  <p:cSld name="Title with Picture">
    <p:spTree>
      <p:nvGrpSpPr>
        <p:cNvPr id="1" name=""/>
        <p:cNvGrpSpPr/>
        <p:nvPr/>
      </p:nvGrpSpPr>
      <p:grpSpPr>
        <a:xfrm xmlns:a="http://schemas.openxmlformats.org/drawingml/2006/main"/>
      </p:grpSpPr>
      <p:sp>
        <p:nvSpPr>
          <p:cNvPr id="7" name="Title 4">
            <a:extLst xmlns:a="http://schemas.openxmlformats.org/drawingml/2006/main">
              <a:ext uri="{FF2B5EF4-FFF2-40B4-BE49-F238E27FC236}">
                <a16:creationId xmlns:a16="http://schemas.microsoft.com/office/drawing/2014/main" id="{5DEC014E-32E8-BC91-190E-85B3C74C9203}"/>
              </a:ext>
            </a:extLst>
          </p:cNvPr>
          <p:cNvSpPr>
            <a:spLocks xmlns:a="http://schemas.openxmlformats.org/drawingml/2006/main" noGrp="1"/>
          </p:cNvSpPr>
          <p:nvPr>
            <p:ph type="title" idx="0"/>
          </p:nvPr>
        </p:nvSpPr>
        <p:spPr>
          <a:xfrm xmlns:a="http://schemas.openxmlformats.org/drawingml/2006/main">
            <a:off x="6857998" y="964075"/>
            <a:ext cx="4654297" cy="3739896"/>
          </a:xfrm>
        </p:spPr>
        <p:txBody>
          <a:bodyPr xmlns:a="http://schemas.openxmlformats.org/drawingml/2006/main"/>
          <a:lstStyle xmlns:a="http://schemas.openxmlformats.org/drawingml/2006/main"/>
          <a:p xmlns:a="http://schemas.openxmlformats.org/drawingml/2006/main">
            <a:r>
              <a:t>Click to edit Master title style</a:t>
            </a:r>
          </a:p>
        </p:txBody>
      </p:sp>
      <p:sp>
        <p:nvSpPr>
          <p:cNvPr id="2" name="Subtitle 2">
            <a:extLst xmlns:a="http://schemas.openxmlformats.org/drawingml/2006/main">
              <a:ext uri="{FF2B5EF4-FFF2-40B4-BE49-F238E27FC236}">
                <a16:creationId xmlns:a16="http://schemas.microsoft.com/office/drawing/2014/main" id="{2BDC76B8-60F6-62D3-9F73-E81662203017}"/>
              </a:ext>
            </a:extLst>
          </p:cNvPr>
          <p:cNvSpPr>
            <a:spLocks xmlns:a="http://schemas.openxmlformats.org/drawingml/2006/main" noGrp="1"/>
          </p:cNvSpPr>
          <p:nvPr>
            <p:ph type="subTitle" idx="1"/>
          </p:nvPr>
        </p:nvSpPr>
        <p:spPr>
          <a:xfrm xmlns:a="http://schemas.openxmlformats.org/drawingml/2006/main">
            <a:off x="6858000" y="4822842"/>
            <a:ext cx="4206240" cy="1380744"/>
          </a:xfrm>
        </p:spPr>
        <p:txBody>
          <a:bodyPr xmlns:a="http://schemas.openxmlformats.org/drawingml/2006/main" anchor="t">
            <a:normAutofit/>
          </a:bodyPr>
          <a:lstStyle xmlns:a="http://schemas.openxmlformats.org/drawingml/2006/main">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3" name="Footer Placeholder 12">
            <a:extLst xmlns:a="http://schemas.openxmlformats.org/drawingml/2006/main">
              <a:ext uri="{FF2B5EF4-FFF2-40B4-BE49-F238E27FC236}">
                <a16:creationId xmlns:a16="http://schemas.microsoft.com/office/drawing/2014/main" id="{B2603722-CE80-C718-39E9-BB79F1F68C31}"/>
              </a:ext>
            </a:extLst>
          </p:cNvPr>
          <p:cNvSpPr>
            <a:spLocks xmlns:a="http://schemas.openxmlformats.org/drawingml/2006/main" noGrp="1"/>
          </p:cNvSpPr>
          <p:nvPr>
            <p:ph type="ftr" idx="15"/>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4" name="Picture Placeholder 9">
            <a:extLst xmlns:a="http://schemas.openxmlformats.org/drawingml/2006/main">
              <a:ext uri="{FF2B5EF4-FFF2-40B4-BE49-F238E27FC236}">
                <a16:creationId xmlns:a16="http://schemas.microsoft.com/office/drawing/2014/main" id="{884C280F-E753-FE97-A722-F86168AC97B1}"/>
              </a:ext>
            </a:extLst>
          </p:cNvPr>
          <p:cNvSpPr>
            <a:spLocks xmlns:a="http://schemas.openxmlformats.org/drawingml/2006/main" noGrp="1"/>
          </p:cNvSpPr>
          <p:nvPr>
            <p:ph type="pic" idx="13" hasCustomPrompt="1"/>
          </p:nvPr>
        </p:nvSpPr>
        <p:spPr>
          <a:xfrm xmlns:a="http://schemas.openxmlformats.org/drawingml/2006/main">
            <a:off x="841248" y="964074"/>
            <a:ext cx="5403280" cy="5258929"/>
          </a:xfrm>
          <a:custGeom xmlns:a="http://schemas.openxmlformats.org/drawingml/2006/main">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xmlns:a="http://schemas.openxmlformats.org/drawingml/2006/main">
            <a:blip xmlns:r="http://schemas.openxmlformats.org/officeDocument/2006/relationships" r:embed="Rde4a3a16105b4a08">
              <a:alphaModFix amt="70000"/>
            </a:blip>
            <a:stretch>
              <a:fillRect l="0" t="0" r="0" b="0"/>
            </a:stretch>
          </a:blipFill>
          <a:ln xmlns:a="http://schemas.openxmlformats.org/drawingml/2006/main" w="6350">
            <a:noFill/>
          </a:ln>
        </p:spPr>
        <p:txBody>
          <a:bodyPr xmlns:a="http://schemas.openxmlformats.org/drawingml/2006/main" wrap="square">
            <a:noAutofit/>
          </a:bodyPr>
          <a:lstStyle xmlns:a="http://schemas.openxmlformats.org/drawingml/2006/main">
            <a:lvl1pPr>
              <a:buNone/>
              <a:defRPr>
                <a:solidFill>
                  <a:schemeClr val="tx1"/>
                </a:solidFill>
              </a:defRPr>
            </a:lvl1pPr>
          </a:lstStyle>
          <a:p xmlns:a="http://schemas.openxmlformats.org/drawingml/2006/main">
            <a:r>
              <a:t> </a:t>
            </a:r>
          </a:p>
        </p:txBody>
      </p:sp>
      <p:sp>
        <p:nvSpPr>
          <p:cNvPr id="5" name="Date Placeholder 3">
            <a:extLst xmlns:a="http://schemas.openxmlformats.org/drawingml/2006/main">
              <a:ext uri="{FF2B5EF4-FFF2-40B4-BE49-F238E27FC236}">
                <a16:creationId xmlns:a16="http://schemas.microsoft.com/office/drawing/2014/main" id="{EE117A08-C834-F239-A3DF-2D1295F0AE4C}"/>
              </a:ext>
            </a:extLst>
          </p:cNvPr>
          <p:cNvSpPr>
            <a:spLocks xmlns:a="http://schemas.openxmlformats.org/drawingml/2006/main" noGrp="1"/>
          </p:cNvSpPr>
          <p:nvPr>
            <p:ph type="dt" idx="10"/>
          </p:nvPr>
        </p:nvSpPr>
        <p:spPr>
          <a:xfrm xmlns:a="http://schemas.openxmlformats.org/drawingml/2006/main" rot="5400000">
            <a:off x="10425981"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Slide Number Placeholder 13">
            <a:extLst xmlns:a="http://schemas.openxmlformats.org/drawingml/2006/main">
              <a:ext uri="{FF2B5EF4-FFF2-40B4-BE49-F238E27FC236}">
                <a16:creationId xmlns:a16="http://schemas.microsoft.com/office/drawing/2014/main" id="{7E80C6A5-61FE-078D-49D9-31BD1294014C}"/>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32.xml><?xml version="1.0" encoding="utf-8"?>
<p:sldLayout xmlns:p="http://schemas.openxmlformats.org/presentationml/2006/main" showMasterSp="0" preserve="1">
  <p:cSld name="Content">
    <p:spTree>
      <p:nvGrpSpPr>
        <p:cNvPr id="1" name=""/>
        <p:cNvGrpSpPr/>
        <p:nvPr/>
      </p:nvGrpSpPr>
      <p:grpSpPr>
        <a:xfrm xmlns:a="http://schemas.openxmlformats.org/drawingml/2006/main"/>
      </p:grpSpPr>
      <p:sp>
        <p:nvSpPr>
          <p:cNvPr id="6" name="Title 6">
            <a:extLst xmlns:a="http://schemas.openxmlformats.org/drawingml/2006/main">
              <a:ext uri="{FF2B5EF4-FFF2-40B4-BE49-F238E27FC236}">
                <a16:creationId xmlns:a16="http://schemas.microsoft.com/office/drawing/2014/main" id="{FE6C4595-90D4-94E6-CEBA-82807457D2BE}"/>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p xmlns:a="http://schemas.openxmlformats.org/drawingml/2006/main">
            <a:endParaRP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2">
            <a:extLst xmlns:a="http://schemas.openxmlformats.org/drawingml/2006/main">
              <a:ext uri="{FF2B5EF4-FFF2-40B4-BE49-F238E27FC236}">
                <a16:creationId xmlns:a16="http://schemas.microsoft.com/office/drawing/2014/main" id="{6C2DD052-3E45-E789-01F8-33250024ECBD}"/>
              </a:ext>
            </a:extLst>
          </p:cNvPr>
          <p:cNvSpPr>
            <a:spLocks xmlns:a="http://schemas.openxmlformats.org/drawingml/2006/main" noGrp="1"/>
          </p:cNvSpPr>
          <p:nvPr>
            <p:ph idx="1"/>
          </p:nvPr>
        </p:nvSpPr>
        <p:spPr>
          <a:xfrm xmlns:a="http://schemas.openxmlformats.org/drawingml/2006/main">
            <a:off x="731520" y="1658679"/>
            <a:ext cx="10780776" cy="4925000"/>
          </a:xfrm>
        </p:spPr>
        <p:txBody>
          <a:bodyPr xmlns:a="http://schemas.openxmlformats.org/drawingml/2006/main">
            <a:normAutofit/>
          </a:bodyPr>
          <a:lstStyle xmlns:a="http://schemas.openxmlformats.org/drawingml/2006/main">
            <a:lvl1pPr>
              <a:buNone/>
              <a:defRPr sz="1800">
                <a:solidFill>
                  <a:schemeClr val="tx1"/>
                </a:solidFill>
              </a:defRPr>
            </a:lvl1pPr>
            <a:lvl2pPr>
              <a:buNone/>
              <a:defRPr sz="1600">
                <a:solidFill>
                  <a:schemeClr val="tx1"/>
                </a:solidFill>
              </a:defRPr>
            </a:lvl2pPr>
            <a:lvl3pPr>
              <a:buNone/>
              <a:defRPr sz="1400">
                <a:solidFill>
                  <a:schemeClr val="tx1"/>
                </a:solidFill>
              </a:defRPr>
            </a:lvl3pPr>
            <a:lvl4pPr>
              <a:buNone/>
              <a:defRPr sz="1200">
                <a:solidFill>
                  <a:schemeClr val="tx1"/>
                </a:solidFill>
              </a:defRPr>
            </a:lvl4pPr>
            <a:lvl5pPr>
              <a:buNone/>
              <a:defRPr sz="12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33.xml><?xml version="1.0" encoding="utf-8"?>
<p:sldLayout xmlns:p="http://schemas.openxmlformats.org/presentationml/2006/main" showMasterSp="0" preserve="1">
  <p:cSld name="Title with Picture 2">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E4336E9A-8E96-CD8C-7598-F87632CD81CF}"/>
              </a:ext>
            </a:extLst>
          </p:cNvPr>
          <p:cNvSpPr>
            <a:spLocks xmlns:a="http://schemas.openxmlformats.org/drawingml/2006/main" noGrp="1"/>
          </p:cNvSpPr>
          <p:nvPr>
            <p:ph type="ctrTitle" idx="0"/>
          </p:nvPr>
        </p:nvSpPr>
        <p:spPr>
          <a:xfrm xmlns:a="http://schemas.openxmlformats.org/drawingml/2006/main">
            <a:off x="609600" y="5218032"/>
            <a:ext cx="10972800" cy="786384"/>
          </a:xfrm>
        </p:spPr>
        <p:txBody>
          <a:bodyPr xmlns:a="http://schemas.openxmlformats.org/drawingml/2006/main" anchor="b">
            <a:normAutofit/>
          </a:bodyPr>
          <a:lstStyle xmlns:a="http://schemas.openxmlformats.org/drawingml/2006/main">
            <a:lvl1pPr algn="ctr">
              <a:buNone/>
              <a:defRPr sz="4400">
                <a:solidFill>
                  <a:schemeClr val="tx1"/>
                </a:solidFill>
              </a:defRPr>
            </a:lvl1pPr>
          </a:lstStyle>
          <a:p xmlns:a="http://schemas.openxmlformats.org/drawingml/2006/main">
            <a:r>
              <a:t>Click to edit Master title style</a:t>
            </a:r>
            <a:endParaRPr/>
          </a:p>
        </p:txBody>
      </p:sp>
      <p:sp>
        <p:nvSpPr>
          <p:cNvPr id="2" name="Subtitle 2">
            <a:extLst xmlns:a="http://schemas.openxmlformats.org/drawingml/2006/main">
              <a:ext uri="{FF2B5EF4-FFF2-40B4-BE49-F238E27FC236}">
                <a16:creationId xmlns:a16="http://schemas.microsoft.com/office/drawing/2014/main" id="{2BDC76B8-60F6-62D3-9F73-E81662203017}"/>
              </a:ext>
            </a:extLst>
          </p:cNvPr>
          <p:cNvSpPr>
            <a:spLocks xmlns:a="http://schemas.openxmlformats.org/drawingml/2006/main" noGrp="1"/>
          </p:cNvSpPr>
          <p:nvPr>
            <p:ph type="subTitle" idx="1"/>
          </p:nvPr>
        </p:nvSpPr>
        <p:spPr>
          <a:xfrm xmlns:a="http://schemas.openxmlformats.org/drawingml/2006/main">
            <a:off x="609600" y="5972629"/>
            <a:ext cx="10972800" cy="480373"/>
          </a:xfrm>
        </p:spPr>
        <p:txBody>
          <a:bodyPr xmlns:a="http://schemas.openxmlformats.org/drawingml/2006/main" anchor="t">
            <a:normAutofit/>
          </a:bodyPr>
          <a:lstStyle xmlns:a="http://schemas.openxmlformats.org/drawingml/2006/main">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3" name="Picture Placeholder 10">
            <a:extLst xmlns:a="http://schemas.openxmlformats.org/drawingml/2006/main">
              <a:ext uri="{FF2B5EF4-FFF2-40B4-BE49-F238E27FC236}">
                <a16:creationId xmlns:a16="http://schemas.microsoft.com/office/drawing/2014/main" id="{B24A208E-BD69-BB12-21B8-DA405B501FA8}"/>
              </a:ext>
            </a:extLst>
          </p:cNvPr>
          <p:cNvSpPr>
            <a:spLocks xmlns:a="http://schemas.openxmlformats.org/drawingml/2006/main" noGrp="1"/>
          </p:cNvSpPr>
          <p:nvPr>
            <p:ph type="pic" idx="13" hasCustomPrompt="1"/>
          </p:nvPr>
        </p:nvSpPr>
        <p:spPr>
          <a:xfrm xmlns:a="http://schemas.openxmlformats.org/drawingml/2006/main">
            <a:off x="0" y="0"/>
            <a:ext cx="12191999" cy="4986425"/>
          </a:xfrm>
          <a:prstGeom xmlns:a="http://schemas.openxmlformats.org/drawingml/2006/main" prst="rect">
            <a:avLst/>
          </a:prstGeom>
          <a:blipFill xmlns:a="http://schemas.openxmlformats.org/drawingml/2006/main">
            <a:blip xmlns:r="http://schemas.openxmlformats.org/officeDocument/2006/relationships" r:embed="R8c2559ad99d84d4c">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Footer Placeholder 5">
            <a:extLst xmlns:a="http://schemas.openxmlformats.org/drawingml/2006/main">
              <a:ext uri="{FF2B5EF4-FFF2-40B4-BE49-F238E27FC236}">
                <a16:creationId xmlns:a16="http://schemas.microsoft.com/office/drawing/2014/main" id="{8C88BD73-E6AB-68A9-F41B-313E0C44777C}"/>
              </a:ext>
            </a:extLst>
          </p:cNvPr>
          <p:cNvSpPr>
            <a:spLocks xmlns:a="http://schemas.openxmlformats.org/drawingml/2006/main" noGrp="1"/>
          </p:cNvSpPr>
          <p:nvPr>
            <p:ph type="ftr" idx="15"/>
          </p:nvPr>
        </p:nvSpPr>
        <p:spPr>
          <a:xfrm xmlns:a="http://schemas.openxmlformats.org/drawingml/2006/main" rot="16200000">
            <a:off x="-396119" y="5787191"/>
            <a:ext cx="1503444" cy="365125"/>
          </a:xfrm>
        </p:spPr>
        <p:txBody>
          <a:bodyPr xmlns:a="http://schemas.openxmlformats.org/drawingml/2006/main"/>
          <a:lstStyle xmlns:a="http://schemas.openxmlformats.org/drawingml/2006/main"/>
          <a:p xmlns:a="http://schemas.openxmlformats.org/drawingml/2006/main">
            <a:endParaRPr/>
          </a:p>
        </p:txBody>
      </p:sp>
      <p:sp>
        <p:nvSpPr>
          <p:cNvPr id="5" name="Date Placeholder 4">
            <a:extLst xmlns:a="http://schemas.openxmlformats.org/drawingml/2006/main">
              <a:ext uri="{FF2B5EF4-FFF2-40B4-BE49-F238E27FC236}">
                <a16:creationId xmlns:a16="http://schemas.microsoft.com/office/drawing/2014/main" id="{BEAA6162-61A3-2C41-311C-F407FC4B4DA9}"/>
              </a:ext>
            </a:extLst>
          </p:cNvPr>
          <p:cNvSpPr>
            <a:spLocks xmlns:a="http://schemas.openxmlformats.org/drawingml/2006/main" noGrp="1"/>
          </p:cNvSpPr>
          <p:nvPr>
            <p:ph type="dt" idx="14"/>
          </p:nvPr>
        </p:nvSpPr>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Straight Connector 3">
            <a:extLst xmlns:a="http://schemas.openxmlformats.org/drawingml/2006/main">
              <a:ext uri="{FF2B5EF4-FFF2-40B4-BE49-F238E27FC236}">
                <a16:creationId xmlns:a16="http://schemas.microsoft.com/office/drawing/2014/main" id="{63C5903A-11B0-4DC3-94DF-8E3BFA5D8A63}"/>
              </a:ext>
            </a:extLst>
          </p:cNvPr>
          <p:cNvSpPr>
            <a:spLocks xmlns:a="http://schemas.openxmlformats.org/drawingml/2006/main" noGrp="1"/>
          </p:cNvSpPr>
          <p:nvPr/>
        </p:nvSpPr>
        <p:spPr>
          <a:xfrm xmlns:a="http://schemas.openxmlformats.org/drawingml/2006/main" flipH="1">
            <a:off x="4" y="498994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7" name="Slide Number Placeholder 6">
            <a:extLst xmlns:a="http://schemas.openxmlformats.org/drawingml/2006/main">
              <a:ext uri="{FF2B5EF4-FFF2-40B4-BE49-F238E27FC236}">
                <a16:creationId xmlns:a16="http://schemas.microsoft.com/office/drawing/2014/main" id="{BE6B102F-64E7-9387-1F8F-DB4AC825773A}"/>
              </a:ext>
            </a:extLst>
          </p:cNvPr>
          <p:cNvSpPr>
            <a:spLocks xmlns:a="http://schemas.openxmlformats.org/drawingml/2006/main" noGrp="1"/>
          </p:cNvSpPr>
          <p:nvPr>
            <p:ph type="sldNum" idx="16"/>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34.xml><?xml version="1.0" encoding="utf-8"?>
<p:sldLayout xmlns:p="http://schemas.openxmlformats.org/presentationml/2006/main" showMasterSp="0" preserve="1">
  <p:cSld name="Title">
    <p:spTree>
      <p:nvGrpSpPr>
        <p:cNvPr id="1" name=""/>
        <p:cNvGrpSpPr/>
        <p:nvPr/>
      </p:nvGrpSpPr>
      <p:grpSpPr>
        <a:xfrm xmlns:a="http://schemas.openxmlformats.org/drawingml/2006/main"/>
      </p:grpSpPr>
      <p:sp>
        <p:nvSpPr>
          <p:cNvPr id="7" name="Title 7">
            <a:extLst xmlns:a="http://schemas.openxmlformats.org/drawingml/2006/main">
              <a:ext uri="{FF2B5EF4-FFF2-40B4-BE49-F238E27FC236}">
                <a16:creationId xmlns:a16="http://schemas.microsoft.com/office/drawing/2014/main" id="{CE84C31D-CC85-27E5-FD9F-627C926D5A22}"/>
              </a:ext>
            </a:extLst>
          </p:cNvPr>
          <p:cNvSpPr>
            <a:spLocks xmlns:a="http://schemas.openxmlformats.org/drawingml/2006/main" noGrp="1"/>
          </p:cNvSpPr>
          <p:nvPr>
            <p:ph type="title" idx="0"/>
          </p:nvPr>
        </p:nvSpPr>
        <p:spPr>
          <a:xfrm xmlns:a="http://schemas.openxmlformats.org/drawingml/2006/main">
            <a:off x="838200" y="2578608"/>
            <a:ext cx="7879335" cy="3592629"/>
          </a:xfrm>
        </p:spPr>
        <p:txBody>
          <a:bodyPr xmlns:a="http://schemas.openxmlformats.org/drawingml/2006/main">
            <a:normAutofit/>
          </a:bodyPr>
          <a:lstStyle xmlns:a="http://schemas.openxmlformats.org/drawingml/2006/main">
            <a:lvl1pPr>
              <a:buNone/>
              <a:defRPr sz="6000"/>
            </a:lvl1pPr>
          </a:lstStyle>
          <a:p xmlns:a="http://schemas.openxmlformats.org/drawingml/2006/main">
            <a:r>
              <a:t>Click to edit Master title style</a:t>
            </a:r>
          </a:p>
        </p:txBody>
      </p:sp>
      <p:sp>
        <p:nvSpPr>
          <p:cNvPr id="2" name="Straight Connector 6">
            <a:extLst xmlns:a="http://schemas.openxmlformats.org/drawingml/2006/main">
              <a:ext uri="{FF2B5EF4-FFF2-40B4-BE49-F238E27FC236}">
                <a16:creationId xmlns:a16="http://schemas.microsoft.com/office/drawing/2014/main" id="{369C59A2-2DEC-4C25-8C10-60F3A56AE9B1}"/>
              </a:ext>
            </a:extLst>
          </p:cNvPr>
          <p:cNvSpPr>
            <a:spLocks xmlns:a="http://schemas.openxmlformats.org/drawingml/2006/main" noGrp="1"/>
          </p:cNvSpPr>
          <p:nvPr/>
        </p:nvSpPr>
        <p:spPr>
          <a:xfrm xmlns:a="http://schemas.openxmlformats.org/drawingml/2006/main" flipH="1">
            <a:off x="4" y="171450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3" name="Footer Placeholder 4">
            <a:extLst xmlns:a="http://schemas.openxmlformats.org/drawingml/2006/main">
              <a:ext uri="{FF2B5EF4-FFF2-40B4-BE49-F238E27FC236}">
                <a16:creationId xmlns:a16="http://schemas.microsoft.com/office/drawing/2014/main" id="{17FF6486-38AE-54F6-E2F3-8B944C3F1B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Text Placeholder 15">
            <a:extLst xmlns:a="http://schemas.openxmlformats.org/drawingml/2006/main">
              <a:ext uri="{FF2B5EF4-FFF2-40B4-BE49-F238E27FC236}">
                <a16:creationId xmlns:a16="http://schemas.microsoft.com/office/drawing/2014/main" id="{341BD916-71AE-106E-105D-01655950FC48}"/>
              </a:ext>
            </a:extLst>
          </p:cNvPr>
          <p:cNvSpPr>
            <a:spLocks xmlns:a="http://schemas.openxmlformats.org/drawingml/2006/main" noGrp="1"/>
          </p:cNvSpPr>
          <p:nvPr>
            <p:ph type="body" idx="15"/>
          </p:nvPr>
        </p:nvSpPr>
        <p:spPr>
          <a:xfrm xmlns:a="http://schemas.openxmlformats.org/drawingml/2006/main">
            <a:off x="3987800" y="368300"/>
            <a:ext cx="7375525" cy="1014413"/>
          </a:xfrm>
        </p:spPr>
        <p:txBody>
          <a:bodyPr xmlns:a="http://schemas.openxmlformats.org/drawingml/2006/main" anchor="ctr">
            <a:normAutofit/>
          </a:bodyPr>
          <a:lstStyle xmlns:a="http://schemas.openxmlformats.org/drawingml/2006/main">
            <a:lvl1pPr algn="r">
              <a:buNone/>
              <a:defRPr sz="2000"/>
            </a:lvl1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68FD0054-227E-4953-9BB1-7141F90243F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Slide Number Placeholder 5">
            <a:extLst xmlns:a="http://schemas.openxmlformats.org/drawingml/2006/main">
              <a:ext uri="{FF2B5EF4-FFF2-40B4-BE49-F238E27FC236}">
                <a16:creationId xmlns:a16="http://schemas.microsoft.com/office/drawing/2014/main" id="{8542E0F1-15E9-E241-9959-A6D46B69EE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35.xml><?xml version="1.0" encoding="utf-8"?>
<p:sldLayout xmlns:p="http://schemas.openxmlformats.org/presentationml/2006/main" showMasterSp="0" preserve="1">
  <p:cSld name="Section Header">
    <p:spTree>
      <p:nvGrpSpPr>
        <p:cNvPr id="1" name=""/>
        <p:cNvGrpSpPr/>
        <p:nvPr/>
      </p:nvGrpSpPr>
      <p:grpSpPr>
        <a:xfrm xmlns:a="http://schemas.openxmlformats.org/drawingml/2006/main"/>
      </p:grpSpPr>
      <p:sp>
        <p:nvSpPr>
          <p:cNvPr id="6" name="Title 2">
            <a:extLst xmlns:a="http://schemas.openxmlformats.org/drawingml/2006/main">
              <a:ext uri="{FF2B5EF4-FFF2-40B4-BE49-F238E27FC236}">
                <a16:creationId xmlns:a16="http://schemas.microsoft.com/office/drawing/2014/main" id="{95842852-3CDE-22AD-D5F0-AAF8279A0910}"/>
              </a:ext>
            </a:extLst>
          </p:cNvPr>
          <p:cNvSpPr>
            <a:spLocks xmlns:a="http://schemas.openxmlformats.org/drawingml/2006/main" noGrp="1"/>
          </p:cNvSpPr>
          <p:nvPr>
            <p:ph type="title" idx="0"/>
          </p:nvPr>
        </p:nvSpPr>
        <p:spPr>
          <a:xfrm xmlns:a="http://schemas.openxmlformats.org/drawingml/2006/main">
            <a:off x="838200" y="859536"/>
            <a:ext cx="9546336" cy="3675885"/>
          </a:xfrm>
        </p:spPr>
        <p:txBody>
          <a:bodyPr xmlns:a="http://schemas.openxmlformats.org/drawingml/2006/main" anchor="t">
            <a:normAutofit/>
          </a:bodyPr>
          <a:lstStyle xmlns:a="http://schemas.openxmlformats.org/drawingml/2006/main">
            <a:lvl1pPr>
              <a:buNone/>
              <a:defRPr sz="6000"/>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4"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5" name="Straight Connector 6">
            <a:extLst xmlns:a="http://schemas.openxmlformats.org/drawingml/2006/main">
              <a:ext uri="{FF2B5EF4-FFF2-40B4-BE49-F238E27FC236}">
                <a16:creationId xmlns:a16="http://schemas.microsoft.com/office/drawing/2014/main" id="{AFBB2C40-7D5D-41BA-B2A2-231FA48B1F7D}"/>
              </a:ext>
            </a:extLst>
          </p:cNvPr>
          <p:cNvSpPr>
            <a:spLocks xmlns:a="http://schemas.openxmlformats.org/drawingml/2006/main" noGrp="1"/>
          </p:cNvSpPr>
          <p:nvPr/>
        </p:nvSpPr>
        <p:spPr>
          <a:xfrm xmlns:a="http://schemas.openxmlformats.org/drawingml/2006/main" flipH="1">
            <a:off x="4" y="514350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6.xml><?xml version="1.0" encoding="utf-8"?>
<p:sldLayout xmlns:p="http://schemas.openxmlformats.org/presentationml/2006/main" showMasterSp="0" preserve="1">
  <p:cSld name="Agenda">
    <p:spTree>
      <p:nvGrpSpPr>
        <p:cNvPr id="1" name=""/>
        <p:cNvGrpSpPr/>
        <p:nvPr/>
      </p:nvGrpSpPr>
      <p:grpSpPr>
        <a:xfrm xmlns:a="http://schemas.openxmlformats.org/drawingml/2006/main"/>
      </p:grpSpPr>
      <p:sp>
        <p:nvSpPr>
          <p:cNvPr id="6" name="Title 9">
            <a:extLst xmlns:a="http://schemas.openxmlformats.org/drawingml/2006/main">
              <a:ext uri="{FF2B5EF4-FFF2-40B4-BE49-F238E27FC236}">
                <a16:creationId xmlns:a16="http://schemas.microsoft.com/office/drawing/2014/main" id="{C4EF7E11-76D4-64FA-465B-165405450121}"/>
              </a:ext>
            </a:extLst>
          </p:cNvPr>
          <p:cNvSpPr>
            <a:spLocks xmlns:a="http://schemas.openxmlformats.org/drawingml/2006/main" noGrp="1"/>
          </p:cNvSpPr>
          <p:nvPr>
            <p:ph type="title" idx="0"/>
          </p:nvPr>
        </p:nvSpPr>
        <p:spPr>
          <a:xfrm xmlns:a="http://schemas.openxmlformats.org/drawingml/2006/main">
            <a:off x="1285947" y="1296083"/>
            <a:ext cx="4353325" cy="4265835"/>
          </a:xfrm>
          <a:custGeom xmlns:a="http://schemas.openxmlformats.org/drawingml/2006/main">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xmlns:a="http://schemas.openxmlformats.org/drawingml/2006/main" w="6350">
            <a:solidFill>
              <a:schemeClr val="tx1"/>
            </a:solidFill>
          </a:ln>
        </p:spPr>
        <p:txBody>
          <a:bodyPr xmlns:a="http://schemas.openxmlformats.org/drawingml/2006/main" wrap="square" lIns="182880" tIns="914400" rIns="182880" anchor="ctr">
            <a:noAutofit/>
          </a:bodyPr>
          <a:lstStyle xmlns:a="http://schemas.openxmlformats.org/drawingml/2006/main">
            <a:lvl1pPr algn="ctr">
              <a:buNone/>
              <a:defRPr sz="32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7D633F00-464B-3088-812A-40496FD1021A}"/>
              </a:ext>
            </a:extLst>
          </p:cNvPr>
          <p:cNvSpPr>
            <a:spLocks xmlns:a="http://schemas.openxmlformats.org/drawingml/2006/main" noGrp="1"/>
          </p:cNvSpPr>
          <p:nvPr>
            <p:ph idx="13"/>
          </p:nvPr>
        </p:nvSpPr>
        <p:spPr>
          <a:xfrm xmlns:a="http://schemas.openxmlformats.org/drawingml/2006/main">
            <a:off x="6535056" y="1296083"/>
            <a:ext cx="4325112" cy="4265835"/>
          </a:xfrm>
        </p:spPr>
        <p:txBody>
          <a:bodyPr xmlns:a="http://schemas.openxmlformats.org/drawingml/2006/main" anchor="b"/>
          <a:lstStyle xmlns:a="http://schemas.openxmlformats.org/drawingml/2006/main">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37.xml><?xml version="1.0" encoding="utf-8"?>
<p:sldLayout xmlns:p="http://schemas.openxmlformats.org/presentationml/2006/main" showMasterSp="0" preserve="1">
  <p:cSld name="Agenda with Picture">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7D05B5E-C545-4763-BA47-4C2C0FCA514D}"/>
              </a:ext>
            </a:extLst>
          </p:cNvPr>
          <p:cNvSpPr>
            <a:spLocks xmlns:a="http://schemas.openxmlformats.org/drawingml/2006/main" noGrp="1"/>
          </p:cNvSpPr>
          <p:nvPr>
            <p:ph type="title" idx="0"/>
          </p:nvPr>
        </p:nvSpPr>
        <p:spPr>
          <a:xfrm xmlns:a="http://schemas.openxmlformats.org/drawingml/2006/main">
            <a:off x="1060704" y="4608576"/>
            <a:ext cx="4169664" cy="1609344"/>
          </a:xfrm>
        </p:spPr>
        <p:txBody>
          <a:bodyPr xmlns:a="http://schemas.openxmlformats.org/drawingml/2006/main" anchor="t">
            <a:noAutofit/>
          </a:bodyPr>
          <a:lstStyle xmlns:a="http://schemas.openxmlformats.org/drawingml/2006/main">
            <a:lvl1pPr algn="ctr">
              <a:buNone/>
              <a:defRPr sz="44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C79D23AA-8F22-4B09-8FAA-CD16E5D66C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Picture Placeholder 7">
            <a:extLst xmlns:a="http://schemas.openxmlformats.org/drawingml/2006/main">
              <a:ext uri="{FF2B5EF4-FFF2-40B4-BE49-F238E27FC236}">
                <a16:creationId xmlns:a16="http://schemas.microsoft.com/office/drawing/2014/main" id="{4E5AAB3D-814D-597A-6ADE-F522A8116DCD}"/>
              </a:ext>
            </a:extLst>
          </p:cNvPr>
          <p:cNvSpPr>
            <a:spLocks xmlns:a="http://schemas.openxmlformats.org/drawingml/2006/main" noGrp="1"/>
          </p:cNvSpPr>
          <p:nvPr>
            <p:ph type="pic" idx="13" hasCustomPrompt="1"/>
          </p:nvPr>
        </p:nvSpPr>
        <p:spPr>
          <a:xfrm xmlns:a="http://schemas.openxmlformats.org/drawingml/2006/main">
            <a:off x="1257301" y="1097280"/>
            <a:ext cx="3776470" cy="3168100"/>
          </a:xfrm>
          <a:custGeom xmlns:a="http://schemas.openxmlformats.org/drawingml/2006/main">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xmlns:a="http://schemas.openxmlformats.org/drawingml/2006/main">
            <a:blip xmlns:r="http://schemas.openxmlformats.org/officeDocument/2006/relationships" r:embed="R7a3462c1f99240f2">
              <a:alphaModFix amt="70000"/>
            </a:blip>
            <a:stretch>
              <a:fillRect l="0" t="0" r="0" b="0"/>
            </a:stretch>
          </a:blipFill>
          <a:ln xmlns:a="http://schemas.openxmlformats.org/drawingml/2006/main" w="6350">
            <a:solidFill>
              <a:schemeClr val="tx1"/>
            </a:solidFill>
          </a:ln>
        </p:spPr>
        <p:txBody>
          <a:bodyPr xmlns:a="http://schemas.openxmlformats.org/drawingml/2006/main" wrap="square">
            <a:noAutofit/>
          </a:bodyPr>
          <a:lstStyle xmlns:a="http://schemas.openxmlformats.org/drawingml/2006/main">
            <a:lvl1pPr marL="0" indent="0">
              <a:buFont typeface="Arial"/>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 </a:t>
            </a:r>
          </a:p>
        </p:txBody>
      </p:sp>
      <p:sp>
        <p:nvSpPr>
          <p:cNvPr id="4" name="Content Placeholder 2">
            <a:extLst xmlns:a="http://schemas.openxmlformats.org/drawingml/2006/main">
              <a:ext uri="{FF2B5EF4-FFF2-40B4-BE49-F238E27FC236}">
                <a16:creationId xmlns:a16="http://schemas.microsoft.com/office/drawing/2014/main" id="{7FA263F8-8E34-4910-BF7A-F1C5A99689DC}"/>
              </a:ext>
            </a:extLst>
          </p:cNvPr>
          <p:cNvSpPr>
            <a:spLocks xmlns:a="http://schemas.openxmlformats.org/drawingml/2006/main" noGrp="1"/>
          </p:cNvSpPr>
          <p:nvPr>
            <p:ph idx="1"/>
          </p:nvPr>
        </p:nvSpPr>
        <p:spPr>
          <a:xfrm xmlns:a="http://schemas.openxmlformats.org/drawingml/2006/main">
            <a:off x="7141464" y="841248"/>
            <a:ext cx="4215384" cy="5330952"/>
          </a:xfrm>
        </p:spPr>
        <p:txBody>
          <a:bodyPr xmlns:a="http://schemas.openxmlformats.org/drawingml/2006/main" anchor="ctr"/>
          <a:lstStyle xmlns:a="http://schemas.openxmlformats.org/drawingml/2006/main">
            <a:lvl1pPr algn="ctr">
              <a:buNone/>
              <a:defRPr>
                <a:solidFill>
                  <a:schemeClr val="tx1"/>
                </a:solidFill>
              </a:defRPr>
            </a:lvl1pPr>
            <a:lvl2pPr algn="ctr">
              <a:buNone/>
              <a:defRPr>
                <a:solidFill>
                  <a:schemeClr val="tx1"/>
                </a:solidFill>
              </a:defRPr>
            </a:lvl2pPr>
            <a:lvl3pPr algn="ctr">
              <a:buNone/>
              <a:defRPr>
                <a:solidFill>
                  <a:schemeClr val="tx1"/>
                </a:solidFill>
              </a:defRPr>
            </a:lvl3pPr>
            <a:lvl4pPr algn="ctr">
              <a:buNone/>
              <a:defRPr>
                <a:solidFill>
                  <a:schemeClr val="tx1"/>
                </a:solidFill>
              </a:defRPr>
            </a:lvl4pPr>
            <a:lvl5pPr algn="ct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456E74E5-D20D-4AB7-8D98-F336CE0ECC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5">
            <a:extLst xmlns:a="http://schemas.openxmlformats.org/drawingml/2006/main">
              <a:ext uri="{FF2B5EF4-FFF2-40B4-BE49-F238E27FC236}">
                <a16:creationId xmlns:a16="http://schemas.microsoft.com/office/drawing/2014/main" id="{84E8A028-A0C8-45E7-915E-B83FF59C9F1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6">
            <a:extLst xmlns:a="http://schemas.openxmlformats.org/drawingml/2006/main">
              <a:ext uri="{FF2B5EF4-FFF2-40B4-BE49-F238E27FC236}">
                <a16:creationId xmlns:a16="http://schemas.microsoft.com/office/drawing/2014/main" id="{3C4717FE-EFB7-4086-9A0B-125C310E1320}"/>
              </a:ext>
            </a:extLst>
          </p:cNvPr>
          <p:cNvSpPr>
            <a:spLocks xmlns:a="http://schemas.openxmlformats.org/drawingml/2006/main" noGrp="1"/>
          </p:cNvSpPr>
          <p:nvPr/>
        </p:nvSpPr>
        <p:spPr>
          <a:xfrm xmlns:a="http://schemas.openxmlformats.org/drawingml/2006/main">
            <a:off x="6297086"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8.xml><?xml version="1.0" encoding="utf-8"?>
<p:sldLayout xmlns:p="http://schemas.openxmlformats.org/presentationml/2006/main" showMasterSp="0" preserve="1">
  <p:cSld name="Content 2">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786384" y="2615184"/>
            <a:ext cx="3813048" cy="3557016"/>
          </a:xfrm>
        </p:spPr>
        <p:txBody>
          <a:bodyPr xmlns:a="http://schemas.openxmlformats.org/drawingml/2006/main">
            <a:norm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D42D62A0-8127-CE86-0633-0D65E1E136F7}"/>
              </a:ext>
            </a:extLst>
          </p:cNvPr>
          <p:cNvSpPr>
            <a:spLocks xmlns:a="http://schemas.openxmlformats.org/drawingml/2006/main" noGrp="1"/>
          </p:cNvSpPr>
          <p:nvPr>
            <p:ph idx="13"/>
          </p:nvPr>
        </p:nvSpPr>
        <p:spPr>
          <a:xfrm xmlns:a="http://schemas.openxmlformats.org/drawingml/2006/main">
            <a:off x="5519738" y="841248"/>
            <a:ext cx="4956175" cy="3556000"/>
          </a:xfrm>
        </p:spPr>
        <p:txBody>
          <a:bodyPr xmlns:a="http://schemas.openxmlformats.org/drawingml/2006/main"/>
          <a:lstStyle xmlns:a="http://schemas.openxmlformats.org/drawingml/2006/main">
            <a:lvl1pPr>
              <a:buNone/>
              <a:defRPr>
                <a:solidFill>
                  <a:schemeClr val="tx1"/>
                </a:solidFill>
              </a:defRPr>
            </a:lvl1pPr>
            <a:lvl2pPr>
              <a:buNone/>
              <a:defRPr sz="1400">
                <a:solidFill>
                  <a:schemeClr val="tx1"/>
                </a:solidFill>
              </a:defRPr>
            </a:lvl2pPr>
            <a:lvl3pPr>
              <a:buNone/>
              <a:defRPr sz="1400">
                <a:solidFill>
                  <a:schemeClr val="tx1"/>
                </a:solidFill>
              </a:defRPr>
            </a:lvl3pPr>
            <a:lvl4pPr>
              <a:buNone/>
              <a:defRPr sz="1400">
                <a:solidFill>
                  <a:schemeClr val="tx1"/>
                </a:solidFill>
              </a:defRPr>
            </a:lvl4pPr>
            <a:lvl5pPr>
              <a:buNone/>
              <a:defRPr sz="14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Straight Connector 2">
            <a:extLst xmlns:a="http://schemas.openxmlformats.org/drawingml/2006/main">
              <a:ext uri="{FF2B5EF4-FFF2-40B4-BE49-F238E27FC236}">
                <a16:creationId xmlns:a16="http://schemas.microsoft.com/office/drawing/2014/main" id="{FDABF28B-A1AE-41CC-9A4E-C1DC6A57C9EF}"/>
              </a:ext>
            </a:extLst>
          </p:cNvPr>
          <p:cNvSpPr>
            <a:spLocks xmlns:a="http://schemas.openxmlformats.org/drawingml/2006/main" noGrp="1"/>
          </p:cNvSpPr>
          <p:nvPr/>
        </p:nvSpPr>
        <p:spPr>
          <a:xfrm xmlns:a="http://schemas.openxmlformats.org/drawingml/2006/main" flipV="1">
            <a:off x="5016203"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9.xml><?xml version="1.0" encoding="utf-8"?>
<p:sldLayout xmlns:p="http://schemas.openxmlformats.org/presentationml/2006/main" showMasterSp="0" preserve="1">
  <p:cSld name="Content 3">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731520" y="841248"/>
            <a:ext cx="2999232" cy="5184648"/>
          </a:xfrm>
        </p:spPr>
        <p:txBody>
          <a:bodyPr xmlns:a="http://schemas.openxmlformats.org/drawingml/2006/main" anchor="t">
            <a:norm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8C71126E-AEFA-B45A-CD39-AC1315E03339}"/>
              </a:ext>
            </a:extLst>
          </p:cNvPr>
          <p:cNvSpPr>
            <a:spLocks xmlns:a="http://schemas.openxmlformats.org/drawingml/2006/main" noGrp="1"/>
          </p:cNvSpPr>
          <p:nvPr>
            <p:ph idx="13"/>
          </p:nvPr>
        </p:nvSpPr>
        <p:spPr>
          <a:xfrm xmlns:a="http://schemas.openxmlformats.org/drawingml/2006/main">
            <a:off x="4666926" y="841248"/>
            <a:ext cx="6260154" cy="5184648"/>
          </a:xfrm>
        </p:spPr>
        <p:txBody>
          <a:bodyPr xmlns:a="http://schemas.openxmlformats.org/drawingml/2006/main"/>
          <a:lstStyle xmlns:a="http://schemas.openxmlformats.org/drawingml/2006/main">
            <a:lvl1pPr>
              <a:buNone/>
              <a:defRPr>
                <a:solidFill>
                  <a:schemeClr val="tx1"/>
                </a:solidFill>
              </a:defRPr>
            </a:lvl1pPr>
            <a:lvl2pPr>
              <a:buNone/>
              <a:defRPr sz="1400">
                <a:solidFill>
                  <a:schemeClr val="tx1"/>
                </a:solidFill>
              </a:defRPr>
            </a:lvl2pPr>
            <a:lvl3pPr>
              <a:buNone/>
              <a:defRPr sz="1400">
                <a:solidFill>
                  <a:schemeClr val="tx1"/>
                </a:solidFill>
              </a:defRPr>
            </a:lvl3pPr>
            <a:lvl4pPr>
              <a:buNone/>
              <a:defRPr sz="1400">
                <a:solidFill>
                  <a:schemeClr val="tx1"/>
                </a:solidFill>
              </a:defRPr>
            </a:lvl4pPr>
            <a:lvl5pPr>
              <a:buNone/>
              <a:defRPr sz="14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Straight Connector 2">
            <a:extLst xmlns:a="http://schemas.openxmlformats.org/drawingml/2006/main">
              <a:ext uri="{FF2B5EF4-FFF2-40B4-BE49-F238E27FC236}">
                <a16:creationId xmlns:a16="http://schemas.microsoft.com/office/drawing/2014/main" id="{67A5E53F-2AEE-48A8-938D-23D1C27C69C4}"/>
              </a:ext>
            </a:extLst>
          </p:cNvPr>
          <p:cNvSpPr>
            <a:spLocks xmlns:a="http://schemas.openxmlformats.org/drawingml/2006/main" noGrp="1"/>
          </p:cNvSpPr>
          <p:nvPr/>
        </p:nvSpPr>
        <p:spPr>
          <a:xfrm xmlns:a="http://schemas.openxmlformats.org/drawingml/2006/main" flipV="1">
            <a:off x="4182210"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0.xml><?xml version="1.0" encoding="utf-8"?>
<p:sldLayout xmlns:p="http://schemas.openxmlformats.org/presentationml/2006/main" showMasterSp="0" preserve="1">
  <p:cSld name="Content with Picture">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8831152" y="990511"/>
            <a:ext cx="2565593" cy="1858941"/>
          </a:xfrm>
        </p:spPr>
        <p:txBody>
          <a:bodyPr xmlns:a="http://schemas.openxmlformats.org/drawingml/2006/main" anchor="b"/>
          <a:lstStyle xmlns:a="http://schemas.openxmlformats.org/drawingml/2006/main">
            <a:lvl1pPr>
              <a:buNone/>
              <a:defRPr sz="3200" kern="1200">
                <a:solidFill>
                  <a:schemeClr val="tx1"/>
                </a:solidFill>
                <a:latin typeface="Manrope"/>
                <a:ea typeface="Manrope"/>
                <a:cs typeface="Manrope"/>
              </a:defRPr>
            </a:lvl1pPr>
          </a:lstStyle>
          <a:p xmlns:a="http://schemas.openxmlformats.org/drawingml/2006/main">
            <a:r>
              <a:t>Click to edit Master title style</a:t>
            </a:r>
          </a:p>
        </p:txBody>
      </p:sp>
      <p:sp>
        <p:nvSpPr>
          <p:cNvPr id="2" name="Picture Placeholder 9">
            <a:extLst xmlns:a="http://schemas.openxmlformats.org/drawingml/2006/main">
              <a:ext uri="{FF2B5EF4-FFF2-40B4-BE49-F238E27FC236}">
                <a16:creationId xmlns:a16="http://schemas.microsoft.com/office/drawing/2014/main" id="{3CA946DA-5AE8-39E2-3ADD-B8F06308C1C6}"/>
              </a:ext>
            </a:extLst>
          </p:cNvPr>
          <p:cNvSpPr>
            <a:spLocks xmlns:a="http://schemas.openxmlformats.org/drawingml/2006/main" noGrp="1"/>
          </p:cNvSpPr>
          <p:nvPr>
            <p:ph type="pic" idx="13" hasCustomPrompt="1"/>
          </p:nvPr>
        </p:nvSpPr>
        <p:spPr>
          <a:xfrm xmlns:a="http://schemas.openxmlformats.org/drawingml/2006/main">
            <a:off x="0" y="0"/>
            <a:ext cx="8326323" cy="6858000"/>
          </a:xfrm>
          <a:custGeom xmlns:a="http://schemas.openxmlformats.org/drawingml/2006/main">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rect l="l" t="t" r="r" b="b"/>
            <a:pathLst>
              <a:path w="8326323" h="6858000">
                <a:moveTo>
                  <a:pt x="0" y="0"/>
                </a:moveTo>
                <a:lnTo>
                  <a:pt x="8326323" y="0"/>
                </a:lnTo>
                <a:lnTo>
                  <a:pt x="8326323" y="6858000"/>
                </a:lnTo>
                <a:lnTo>
                  <a:pt x="0" y="6858000"/>
                </a:lnTo>
                <a:close/>
              </a:path>
            </a:pathLst>
          </a:custGeom>
          <a:blipFill xmlns:a="http://schemas.openxmlformats.org/drawingml/2006/main">
            <a:blip xmlns:r="http://schemas.openxmlformats.org/officeDocument/2006/relationships" r:embed="R6569b8e4eaa04b7b">
              <a:alphaModFix amt="70000"/>
            </a:blip>
            <a:stretch>
              <a:fillRect l="0" t="0" r="0" b="0"/>
            </a:stretch>
          </a:blipFill>
        </p:spPr>
        <p:txBody>
          <a:bodyPr xmlns:a="http://schemas.openxmlformats.org/drawingml/2006/main" wrap="square">
            <a:noAutofit/>
          </a:bodyPr>
          <a:lstStyle xmlns:a="http://schemas.openxmlformats.org/drawingml/2006/main">
            <a:lvl1pPr marL="0" indent="0">
              <a:buFont typeface="Arial"/>
              <a:buNone/>
              <a:defRPr/>
            </a:lvl1pPr>
          </a:lstStyle>
          <a:p xmlns:a="http://schemas.openxmlformats.org/drawingml/2006/main">
            <a:r>
              <a:t> </a:t>
            </a:r>
          </a:p>
        </p:txBody>
      </p:sp>
      <p:sp>
        <p:nvSpPr>
          <p:cNvPr id="3" name="Content Placeholder 7">
            <a:extLst xmlns:a="http://schemas.openxmlformats.org/drawingml/2006/main">
              <a:ext uri="{FF2B5EF4-FFF2-40B4-BE49-F238E27FC236}">
                <a16:creationId xmlns:a16="http://schemas.microsoft.com/office/drawing/2014/main" id="{6E0D00CE-C191-6DE5-9D82-7EFB59BC3739}"/>
              </a:ext>
            </a:extLst>
          </p:cNvPr>
          <p:cNvSpPr>
            <a:spLocks xmlns:a="http://schemas.openxmlformats.org/drawingml/2006/main" noGrp="1"/>
          </p:cNvSpPr>
          <p:nvPr>
            <p:ph idx="14"/>
          </p:nvPr>
        </p:nvSpPr>
        <p:spPr>
          <a:xfrm xmlns:a="http://schemas.openxmlformats.org/drawingml/2006/main">
            <a:off x="8832271" y="3011335"/>
            <a:ext cx="2559977" cy="2656250"/>
          </a:xfrm>
        </p:spPr>
        <p:txBody>
          <a:bodyPr xmlns:a="http://schemas.openxmlformats.org/drawingml/2006/main" vert="horz" lIns="91440" tIns="45720" rIns="91440" bIns="45720">
            <a:normAutofit/>
          </a:bodyPr>
          <a:lstStyle xmlns:a="http://schemas.openxmlformats.org/drawingml/2006/main">
            <a:lvl1pPr marL="0" indent="0">
              <a:buNone/>
              <a:defRPr/>
            </a:lvl1pPr>
            <a:lvl2pPr marL="228600" indent="0">
              <a:buNone/>
              <a:defRPr sz="1400"/>
            </a:lvl2pPr>
            <a:lvl3pPr marL="457200" indent="0">
              <a:buNone/>
              <a:defRPr sz="1400"/>
            </a:lvl3pPr>
            <a:lvl4pPr marL="685800" indent="0">
              <a:buNone/>
              <a:defRPr sz="1400"/>
            </a:lvl4pPr>
            <a:lvl5pPr marL="914400" indent="0">
              <a:buNone/>
              <a:defRPr sz="14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Footer Placeholder 5">
            <a:extLst xmlns:a="http://schemas.openxmlformats.org/drawingml/2006/main">
              <a:ext uri="{FF2B5EF4-FFF2-40B4-BE49-F238E27FC236}">
                <a16:creationId xmlns:a16="http://schemas.microsoft.com/office/drawing/2014/main" id="{8BD5A515-9970-0784-7927-52F94C270B46}"/>
              </a:ext>
            </a:extLst>
          </p:cNvPr>
          <p:cNvSpPr>
            <a:spLocks xmlns:a="http://schemas.openxmlformats.org/drawingml/2006/main" noGrp="1"/>
          </p:cNvSpPr>
          <p:nvPr>
            <p:ph type="ftr" idx="16"/>
          </p:nvPr>
        </p:nvSpPr>
        <p:spPr>
          <a:xfrm xmlns:a="http://schemas.openxmlformats.org/drawingml/2006/main" rot="5400000">
            <a:off x="10292564" y="1592958"/>
            <a:ext cx="2973522" cy="365125"/>
          </a:xfrm>
        </p:spPr>
        <p:txBody>
          <a:bodyPr xmlns:a="http://schemas.openxmlformats.org/drawingml/2006/main"/>
          <a:lstStyle xmlns:a="http://schemas.openxmlformats.org/drawingml/2006/main">
            <a:lvl1pPr algn="l">
              <a:buNone/>
              <a:defRPr>
                <a:solidFill>
                  <a:schemeClr val="tx1"/>
                </a:solidFill>
              </a:defRPr>
            </a:lvl1pPr>
          </a:lstStyle>
          <a:p xmlns:a="http://schemas.openxmlformats.org/drawingml/2006/main">
            <a:endParaRPr/>
          </a:p>
        </p:txBody>
      </p:sp>
      <p:sp>
        <p:nvSpPr>
          <p:cNvPr id="5" name="Date Placeholder 4">
            <a:extLst xmlns:a="http://schemas.openxmlformats.org/drawingml/2006/main">
              <a:ext uri="{FF2B5EF4-FFF2-40B4-BE49-F238E27FC236}">
                <a16:creationId xmlns:a16="http://schemas.microsoft.com/office/drawing/2014/main" id="{8523CCEC-6BB2-B704-95E2-87FED823C5BD}"/>
              </a:ext>
            </a:extLst>
          </p:cNvPr>
          <p:cNvSpPr>
            <a:spLocks xmlns:a="http://schemas.openxmlformats.org/drawingml/2006/main" noGrp="1"/>
          </p:cNvSpPr>
          <p:nvPr>
            <p:ph type="dt" idx="15"/>
          </p:nvPr>
        </p:nvSpPr>
        <p:spPr>
          <a:xfrm xmlns:a="http://schemas.openxmlformats.org/drawingml/2006/main" rot="5400000">
            <a:off x="10425981" y="4687095"/>
            <a:ext cx="2706690"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1208465C-8C77-73BF-D18F-D01907BAC864}"/>
              </a:ext>
            </a:extLst>
          </p:cNvPr>
          <p:cNvSpPr>
            <a:spLocks xmlns:a="http://schemas.openxmlformats.org/drawingml/2006/main" noGrp="1"/>
          </p:cNvSpPr>
          <p:nvPr>
            <p:ph type="sldNum" idx="17"/>
          </p:nvPr>
        </p:nvSpPr>
        <p:spPr>
          <a:xfrm xmlns:a="http://schemas.openxmlformats.org/drawingml/2006/main">
            <a:off x="11512296" y="6356350"/>
            <a:ext cx="574620"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2">
            <a:extLst xmlns:a="http://schemas.openxmlformats.org/drawingml/2006/main">
              <a:ext uri="{FF2B5EF4-FFF2-40B4-BE49-F238E27FC236}">
                <a16:creationId xmlns:a16="http://schemas.microsoft.com/office/drawing/2014/main" id="{A2D3E761-F3AF-4D39-83BD-A93D3753F638}"/>
              </a:ext>
            </a:extLst>
          </p:cNvPr>
          <p:cNvSpPr>
            <a:spLocks xmlns:a="http://schemas.openxmlformats.org/drawingml/2006/main" noGrp="1"/>
          </p:cNvSpPr>
          <p:nvPr/>
        </p:nvSpPr>
        <p:spPr>
          <a:xfrm xmlns:a="http://schemas.openxmlformats.org/drawingml/2006/main">
            <a:off x="8320570"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1.xml><?xml version="1.0" encoding="utf-8"?>
<p:sldLayout xmlns:p="http://schemas.openxmlformats.org/presentationml/2006/main" showMasterSp="0" preserve="1">
  <p:cSld name="Content with Picture 2">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5303520" y="548640"/>
            <a:ext cx="6093225" cy="1143000"/>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0" y="1"/>
            <a:ext cx="4793885" cy="6858000"/>
          </a:xfrm>
          <a:prstGeom xmlns:a="http://schemas.openxmlformats.org/drawingml/2006/main" prst="rect">
            <a:avLst/>
          </a:prstGeom>
          <a:blipFill xmlns:a="http://schemas.openxmlformats.org/drawingml/2006/main">
            <a:blip xmlns:r="http://schemas.openxmlformats.org/officeDocument/2006/relationships" r:embed="R883c1b468681425c">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3" name="Content Placeholder 7">
            <a:extLst xmlns:a="http://schemas.openxmlformats.org/drawingml/2006/main">
              <a:ext uri="{FF2B5EF4-FFF2-40B4-BE49-F238E27FC236}">
                <a16:creationId xmlns:a16="http://schemas.microsoft.com/office/drawing/2014/main" id="{818B74D6-CD72-B859-C229-60DB988B25E3}"/>
              </a:ext>
            </a:extLst>
          </p:cNvPr>
          <p:cNvSpPr>
            <a:spLocks xmlns:a="http://schemas.openxmlformats.org/drawingml/2006/main" noGrp="1"/>
          </p:cNvSpPr>
          <p:nvPr>
            <p:ph idx="14"/>
          </p:nvPr>
        </p:nvSpPr>
        <p:spPr>
          <a:xfrm xmlns:a="http://schemas.openxmlformats.org/drawingml/2006/main">
            <a:off x="5303520" y="1828800"/>
            <a:ext cx="6071616" cy="4489704"/>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Straight Connector 2">
            <a:extLst xmlns:a="http://schemas.openxmlformats.org/drawingml/2006/main">
              <a:ext uri="{FF2B5EF4-FFF2-40B4-BE49-F238E27FC236}">
                <a16:creationId xmlns:a16="http://schemas.microsoft.com/office/drawing/2014/main" id="{5D396DF3-D849-45CF-A85B-D38C81E2EA8D}"/>
              </a:ext>
            </a:extLst>
          </p:cNvPr>
          <p:cNvSpPr>
            <a:spLocks xmlns:a="http://schemas.openxmlformats.org/drawingml/2006/main" noGrp="1"/>
          </p:cNvSpPr>
          <p:nvPr/>
        </p:nvSpPr>
        <p:spPr>
          <a:xfrm xmlns:a="http://schemas.openxmlformats.org/drawingml/2006/main">
            <a:off x="4797154"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3">
            <a:extLst xmlns:a="http://schemas.openxmlformats.org/drawingml/2006/main">
              <a:ext uri="{FF2B5EF4-FFF2-40B4-BE49-F238E27FC236}">
                <a16:creationId xmlns:a16="http://schemas.microsoft.com/office/drawing/2014/main" id="{59345FA4-0621-D8F1-73D0-046B7F4D7713}"/>
              </a:ext>
            </a:extLst>
          </p:cNvPr>
          <p:cNvSpPr>
            <a:spLocks xmlns:a="http://schemas.openxmlformats.org/drawingml/2006/main" noGrp="1"/>
          </p:cNvSpPr>
          <p:nvPr>
            <p:ph type="dt" idx="15"/>
          </p:nvPr>
        </p:nvSpPr>
        <p:spPr>
          <a:xfrm xmlns:a="http://schemas.openxmlformats.org/drawingml/2006/main" rot="5400000">
            <a:off x="10425981"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8">
            <a:extLst xmlns:a="http://schemas.openxmlformats.org/drawingml/2006/main">
              <a:ext uri="{FF2B5EF4-FFF2-40B4-BE49-F238E27FC236}">
                <a16:creationId xmlns:a16="http://schemas.microsoft.com/office/drawing/2014/main" id="{84C51678-E871-8AD4-08DA-BF7B7013A356}"/>
              </a:ext>
            </a:extLst>
          </p:cNvPr>
          <p:cNvSpPr>
            <a:spLocks xmlns:a="http://schemas.openxmlformats.org/drawingml/2006/main" noGrp="1"/>
          </p:cNvSpPr>
          <p:nvPr>
            <p:ph type="ftr" idx="16"/>
          </p:nvPr>
        </p:nvSpPr>
        <p:spPr>
          <a:xfrm xmlns:a="http://schemas.openxmlformats.org/drawingml/2006/main" rot="16200000" flipH="1">
            <a:off x="10292565"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9">
            <a:extLst xmlns:a="http://schemas.openxmlformats.org/drawingml/2006/main">
              <a:ext uri="{FF2B5EF4-FFF2-40B4-BE49-F238E27FC236}">
                <a16:creationId xmlns:a16="http://schemas.microsoft.com/office/drawing/2014/main" id="{3CD01CE4-E064-7D2F-7D3A-9DA85E2777F2}"/>
              </a:ext>
            </a:extLst>
          </p:cNvPr>
          <p:cNvSpPr>
            <a:spLocks xmlns:a="http://schemas.openxmlformats.org/drawingml/2006/main" noGrp="1"/>
          </p:cNvSpPr>
          <p:nvPr>
            <p:ph type="sldNum" idx="17"/>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2.xml><?xml version="1.0" encoding="utf-8"?>
<p:sldLayout xmlns:p="http://schemas.openxmlformats.org/presentationml/2006/main" showMasterSp="0" preserve="1">
  <p:cSld name="Content with Picture 3">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548640"/>
            <a:ext cx="6135624" cy="1143000"/>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731520" y="1828800"/>
            <a:ext cx="6135624" cy="4489704"/>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7400544" y="0"/>
            <a:ext cx="4791456" cy="6858000"/>
          </a:xfrm>
          <a:prstGeom xmlns:a="http://schemas.openxmlformats.org/drawingml/2006/main" prst="rect">
            <a:avLst/>
          </a:prstGeom>
          <a:blipFill xmlns:a="http://schemas.openxmlformats.org/drawingml/2006/main">
            <a:blip xmlns:r="http://schemas.openxmlformats.org/officeDocument/2006/relationships" r:embed="Rb8662edc1a7248e5">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5">
            <a:extLst xmlns:a="http://schemas.openxmlformats.org/drawingml/2006/main">
              <a:ext uri="{FF2B5EF4-FFF2-40B4-BE49-F238E27FC236}">
                <a16:creationId xmlns:a16="http://schemas.microsoft.com/office/drawing/2014/main" id="{0CB93A5E-18AD-4C57-BAF5-73B7655A45AA}"/>
              </a:ext>
            </a:extLst>
          </p:cNvPr>
          <p:cNvSpPr>
            <a:spLocks xmlns:a="http://schemas.openxmlformats.org/drawingml/2006/main" noGrp="1"/>
          </p:cNvSpPr>
          <p:nvPr/>
        </p:nvSpPr>
        <p:spPr>
          <a:xfrm xmlns:a="http://schemas.openxmlformats.org/drawingml/2006/main">
            <a:off x="7382022"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3">
            <a:extLst xmlns:a="http://schemas.openxmlformats.org/drawingml/2006/main">
              <a:ext uri="{FF2B5EF4-FFF2-40B4-BE49-F238E27FC236}">
                <a16:creationId xmlns:a16="http://schemas.microsoft.com/office/drawing/2014/main" id="{EF7A0C5A-6673-53CC-030B-67BA133D9741}"/>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6">
            <a:extLst xmlns:a="http://schemas.openxmlformats.org/drawingml/2006/main">
              <a:ext uri="{FF2B5EF4-FFF2-40B4-BE49-F238E27FC236}">
                <a16:creationId xmlns:a16="http://schemas.microsoft.com/office/drawing/2014/main" id="{92521688-F793-E4F2-732B-EEE6F58B758E}"/>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8">
            <a:extLst xmlns:a="http://schemas.openxmlformats.org/drawingml/2006/main">
              <a:ext uri="{FF2B5EF4-FFF2-40B4-BE49-F238E27FC236}">
                <a16:creationId xmlns:a16="http://schemas.microsoft.com/office/drawing/2014/main" id="{2DDBE29E-7417-B57C-BA94-1DBC14BE461B}"/>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3.xml><?xml version="1.0" encoding="utf-8"?>
<p:sldLayout xmlns:p="http://schemas.openxmlformats.org/presentationml/2006/main" showMasterSp="0" preserve="1">
  <p:cSld name="Content with Picture 4">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320040"/>
            <a:ext cx="6858000" cy="932688"/>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731520" y="1380744"/>
            <a:ext cx="6858000" cy="498348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8091732" y="0"/>
            <a:ext cx="4100267" cy="6858000"/>
          </a:xfrm>
          <a:prstGeom xmlns:a="http://schemas.openxmlformats.org/drawingml/2006/main" prst="rect">
            <a:avLst/>
          </a:prstGeom>
          <a:blipFill xmlns:a="http://schemas.openxmlformats.org/drawingml/2006/main">
            <a:blip xmlns:r="http://schemas.openxmlformats.org/officeDocument/2006/relationships" r:embed="R5cc18bb1021f4a7c">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3">
            <a:extLst xmlns:a="http://schemas.openxmlformats.org/drawingml/2006/main">
              <a:ext uri="{FF2B5EF4-FFF2-40B4-BE49-F238E27FC236}">
                <a16:creationId xmlns:a16="http://schemas.microsoft.com/office/drawing/2014/main" id="{648B2849-1E47-43A0-92C9-94E65EC12565}"/>
              </a:ext>
            </a:extLst>
          </p:cNvPr>
          <p:cNvSpPr>
            <a:spLocks xmlns:a="http://schemas.openxmlformats.org/drawingml/2006/main" noGrp="1"/>
          </p:cNvSpPr>
          <p:nvPr/>
        </p:nvSpPr>
        <p:spPr>
          <a:xfrm xmlns:a="http://schemas.openxmlformats.org/drawingml/2006/main">
            <a:off x="8077761"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2">
            <a:extLst xmlns:a="http://schemas.openxmlformats.org/drawingml/2006/main">
              <a:ext uri="{FF2B5EF4-FFF2-40B4-BE49-F238E27FC236}">
                <a16:creationId xmlns:a16="http://schemas.microsoft.com/office/drawing/2014/main" id="{68FF6D8B-36A2-DF79-CDB9-885694DCA71D}"/>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4">
            <a:extLst xmlns:a="http://schemas.openxmlformats.org/drawingml/2006/main">
              <a:ext uri="{FF2B5EF4-FFF2-40B4-BE49-F238E27FC236}">
                <a16:creationId xmlns:a16="http://schemas.microsoft.com/office/drawing/2014/main" id="{63A2396A-E38F-CC9C-7303-71F99D082082}"/>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483B0E4B-031C-4F2A-1993-D824DD71F7DE}"/>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4.xml><?xml version="1.0" encoding="utf-8"?>
<p:sldLayout xmlns:p="http://schemas.openxmlformats.org/presentationml/2006/main" showMasterSp="0" preserve="1">
  <p:cSld name="Content with Picture 5">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583413"/>
            <a:ext cx="4361688" cy="1262639"/>
          </a:xfrm>
        </p:spPr>
        <p:txBody>
          <a:bodyPr xmlns:a="http://schemas.openxmlformats.org/drawingml/2006/main" anchor="b">
            <a:no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747AED59-1A26-9C13-8482-7857E7DEFE52}"/>
              </a:ext>
            </a:extLst>
          </p:cNvPr>
          <p:cNvSpPr>
            <a:spLocks xmlns:a="http://schemas.openxmlformats.org/drawingml/2006/main" noGrp="1"/>
          </p:cNvSpPr>
          <p:nvPr>
            <p:ph idx="14"/>
          </p:nvPr>
        </p:nvSpPr>
        <p:spPr>
          <a:xfrm xmlns:a="http://schemas.openxmlformats.org/drawingml/2006/main">
            <a:off x="731520" y="1979461"/>
            <a:ext cx="4360863" cy="4329264"/>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5745480" y="0"/>
            <a:ext cx="6446520" cy="6858000"/>
          </a:xfrm>
          <a:prstGeom xmlns:a="http://schemas.openxmlformats.org/drawingml/2006/main" prst="rect">
            <a:avLst/>
          </a:prstGeom>
          <a:blipFill xmlns:a="http://schemas.openxmlformats.org/drawingml/2006/main">
            <a:blip xmlns:r="http://schemas.openxmlformats.org/officeDocument/2006/relationships" r:embed="R4a91500f10af463c">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4">
            <a:extLst xmlns:a="http://schemas.openxmlformats.org/drawingml/2006/main">
              <a:ext uri="{FF2B5EF4-FFF2-40B4-BE49-F238E27FC236}">
                <a16:creationId xmlns:a16="http://schemas.microsoft.com/office/drawing/2014/main" id="{0185A8A4-ADDB-49B2-96D0-A4A32505730D}"/>
              </a:ext>
            </a:extLst>
          </p:cNvPr>
          <p:cNvSpPr>
            <a:spLocks xmlns:a="http://schemas.openxmlformats.org/drawingml/2006/main" noGrp="1"/>
          </p:cNvSpPr>
          <p:nvPr/>
        </p:nvSpPr>
        <p:spPr>
          <a:xfrm xmlns:a="http://schemas.openxmlformats.org/drawingml/2006/main">
            <a:off x="5732126"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2">
            <a:extLst xmlns:a="http://schemas.openxmlformats.org/drawingml/2006/main">
              <a:ext uri="{FF2B5EF4-FFF2-40B4-BE49-F238E27FC236}">
                <a16:creationId xmlns:a16="http://schemas.microsoft.com/office/drawing/2014/main" id="{EA981C2C-E0DD-29A7-8209-50D664881524}"/>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4">
            <a:extLst xmlns:a="http://schemas.openxmlformats.org/drawingml/2006/main">
              <a:ext uri="{FF2B5EF4-FFF2-40B4-BE49-F238E27FC236}">
                <a16:creationId xmlns:a16="http://schemas.microsoft.com/office/drawing/2014/main" id="{D205369F-8CCB-402F-9055-2BF12262B54D}"/>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133591F2-4BD3-37D0-B00E-B2CD5F47A36C}"/>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5.xml><?xml version="1.0" encoding="utf-8"?>
<p:sldLayout xmlns:p="http://schemas.openxmlformats.org/presentationml/2006/main" showMasterSp="0" preserve="1">
  <p:cSld name="Content with Picture 6">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320040"/>
            <a:ext cx="4572000" cy="932688"/>
          </a:xfrm>
        </p:spPr>
        <p:txBody>
          <a:bodyPr xmlns:a="http://schemas.openxmlformats.org/drawingml/2006/main" anchor="b"/>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Content Placeholder 7">
            <a:extLst xmlns:a="http://schemas.openxmlformats.org/drawingml/2006/main">
              <a:ext uri="{FF2B5EF4-FFF2-40B4-BE49-F238E27FC236}">
                <a16:creationId xmlns:a16="http://schemas.microsoft.com/office/drawing/2014/main" id="{747AED59-1A26-9C13-8482-7857E7DEFE52}"/>
              </a:ext>
            </a:extLst>
          </p:cNvPr>
          <p:cNvSpPr>
            <a:spLocks xmlns:a="http://schemas.openxmlformats.org/drawingml/2006/main" noGrp="1"/>
          </p:cNvSpPr>
          <p:nvPr>
            <p:ph idx="14"/>
          </p:nvPr>
        </p:nvSpPr>
        <p:spPr>
          <a:xfrm xmlns:a="http://schemas.openxmlformats.org/drawingml/2006/main">
            <a:off x="731520" y="1380744"/>
            <a:ext cx="4572000" cy="498348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5917720" y="0"/>
            <a:ext cx="6274279" cy="6858000"/>
          </a:xfrm>
          <a:prstGeom xmlns:a="http://schemas.openxmlformats.org/drawingml/2006/main" prst="rect">
            <a:avLst/>
          </a:prstGeom>
          <a:blipFill xmlns:a="http://schemas.openxmlformats.org/drawingml/2006/main">
            <a:blip xmlns:r="http://schemas.openxmlformats.org/officeDocument/2006/relationships" r:embed="R1999a66080084fc2">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4" name="Straight Connector 4">
            <a:extLst xmlns:a="http://schemas.openxmlformats.org/drawingml/2006/main">
              <a:ext uri="{FF2B5EF4-FFF2-40B4-BE49-F238E27FC236}">
                <a16:creationId xmlns:a16="http://schemas.microsoft.com/office/drawing/2014/main" id="{608A64DC-0CB5-4159-9641-7057C6F4E7A0}"/>
              </a:ext>
            </a:extLst>
          </p:cNvPr>
          <p:cNvSpPr>
            <a:spLocks xmlns:a="http://schemas.openxmlformats.org/drawingml/2006/main" noGrp="1"/>
          </p:cNvSpPr>
          <p:nvPr/>
        </p:nvSpPr>
        <p:spPr>
          <a:xfrm xmlns:a="http://schemas.openxmlformats.org/drawingml/2006/main">
            <a:off x="5911724"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5" name="Date Placeholder 2">
            <a:extLst xmlns:a="http://schemas.openxmlformats.org/drawingml/2006/main">
              <a:ext uri="{FF2B5EF4-FFF2-40B4-BE49-F238E27FC236}">
                <a16:creationId xmlns:a16="http://schemas.microsoft.com/office/drawing/2014/main" id="{417D8113-ECE6-D6F5-9CA4-C96A535F4799}"/>
              </a:ext>
            </a:extLst>
          </p:cNvPr>
          <p:cNvSpPr>
            <a:spLocks xmlns:a="http://schemas.openxmlformats.org/drawingml/2006/main" noGrp="1"/>
          </p:cNvSpPr>
          <p:nvPr>
            <p:ph type="dt" idx="15"/>
          </p:nvPr>
        </p:nvSpPr>
        <p:spPr>
          <a:xfrm xmlns:a="http://schemas.openxmlformats.org/drawingml/2006/main" rot="5400000">
            <a:off x="-997745" y="4687095"/>
            <a:ext cx="2706690" cy="365125"/>
          </a:xfrm>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6" name="Footer Placeholder 4">
            <a:extLst xmlns:a="http://schemas.openxmlformats.org/drawingml/2006/main">
              <a:ext uri="{FF2B5EF4-FFF2-40B4-BE49-F238E27FC236}">
                <a16:creationId xmlns:a16="http://schemas.microsoft.com/office/drawing/2014/main" id="{629A0137-F97A-8194-464D-3B7D4814A8AE}"/>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p xmlns:a="http://schemas.openxmlformats.org/drawingml/2006/main">
            <a:endParaRPr/>
          </a:p>
        </p:txBody>
      </p:sp>
      <p:sp>
        <p:nvSpPr>
          <p:cNvPr id="7" name="Slide Number Placeholder 5">
            <a:extLst xmlns:a="http://schemas.openxmlformats.org/drawingml/2006/main">
              <a:ext uri="{FF2B5EF4-FFF2-40B4-BE49-F238E27FC236}">
                <a16:creationId xmlns:a16="http://schemas.microsoft.com/office/drawing/2014/main" id="{E3FE5686-63A9-B1A1-5734-F96A96514650}"/>
              </a:ext>
            </a:extLst>
          </p:cNvPr>
          <p:cNvSpPr>
            <a:spLocks xmlns:a="http://schemas.openxmlformats.org/drawingml/2006/main" noGrp="1"/>
          </p:cNvSpPr>
          <p:nvPr>
            <p:ph type="sldNum" idx="17"/>
          </p:nvPr>
        </p:nvSpPr>
        <p:spPr>
          <a:xfrm xmlns:a="http://schemas.openxmlformats.org/drawingml/2006/main">
            <a:off x="51117" y="6356350"/>
            <a:ext cx="574620" cy="365125"/>
          </a:xfrm>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46.xml><?xml version="1.0" encoding="utf-8"?>
<p:sldLayout xmlns:p="http://schemas.openxmlformats.org/presentationml/2006/main" showMasterSp="0" preserve="1">
  <p:cSld name="Content with Picture 7">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5012268"/>
            <a:ext cx="3739896" cy="1390330"/>
          </a:xfrm>
        </p:spPr>
        <p:txBody>
          <a:bodyPr xmlns:a="http://schemas.openxmlformats.org/drawingml/2006/main" anchor="t">
            <a:normAutofit/>
          </a:bodyPr>
          <a:lstStyle xmlns:a="http://schemas.openxmlformats.org/drawingml/2006/main">
            <a:lvl1pPr>
              <a:buNone/>
              <a:defRPr sz="3200">
                <a:solidFill>
                  <a:schemeClr val="tx1"/>
                </a:solidFill>
              </a:defRPr>
            </a:lvl1pPr>
          </a:lstStyle>
          <a:p xmlns:a="http://schemas.openxmlformats.org/drawingml/2006/main">
            <a:r>
              <a:t>Click to edit Master title style</a:t>
            </a:r>
          </a:p>
        </p:txBody>
      </p:sp>
      <p:sp>
        <p:nvSpPr>
          <p:cNvPr id="2" name="Picture Placeholder 10">
            <a:extLst xmlns:a="http://schemas.openxmlformats.org/drawingml/2006/main">
              <a:ext uri="{FF2B5EF4-FFF2-40B4-BE49-F238E27FC236}">
                <a16:creationId xmlns:a16="http://schemas.microsoft.com/office/drawing/2014/main" id="{7F8EA658-2652-6F81-1B04-D50C60A3F171}"/>
              </a:ext>
            </a:extLst>
          </p:cNvPr>
          <p:cNvSpPr>
            <a:spLocks xmlns:a="http://schemas.openxmlformats.org/drawingml/2006/main" noGrp="1"/>
          </p:cNvSpPr>
          <p:nvPr>
            <p:ph type="pic" idx="13" hasCustomPrompt="1"/>
          </p:nvPr>
        </p:nvSpPr>
        <p:spPr>
          <a:xfrm xmlns:a="http://schemas.openxmlformats.org/drawingml/2006/main">
            <a:off x="-1" y="0"/>
            <a:ext cx="12192000" cy="4635132"/>
          </a:xfrm>
          <a:prstGeom xmlns:a="http://schemas.openxmlformats.org/drawingml/2006/main" prst="rect">
            <a:avLst/>
          </a:prstGeom>
          <a:blipFill xmlns:a="http://schemas.openxmlformats.org/drawingml/2006/main">
            <a:blip xmlns:r="http://schemas.openxmlformats.org/officeDocument/2006/relationships" r:embed="R97854492898f4b51">
              <a:alphaModFix amt="70000"/>
            </a:blip>
            <a:stretch>
              <a:fillRect l="0" t="0" r="0" b="0"/>
            </a:stretch>
          </a:blipFill>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 </a:t>
            </a:r>
          </a:p>
        </p:txBody>
      </p:sp>
      <p:sp>
        <p:nvSpPr>
          <p:cNvPr id="3" name="Footer Placeholder 5">
            <a:extLst xmlns:a="http://schemas.openxmlformats.org/drawingml/2006/main">
              <a:ext uri="{FF2B5EF4-FFF2-40B4-BE49-F238E27FC236}">
                <a16:creationId xmlns:a16="http://schemas.microsoft.com/office/drawing/2014/main" id="{485E715F-A05B-F2BC-ABF4-447E9B58E0C2}"/>
              </a:ext>
            </a:extLst>
          </p:cNvPr>
          <p:cNvSpPr>
            <a:spLocks xmlns:a="http://schemas.openxmlformats.org/drawingml/2006/main" noGrp="1"/>
          </p:cNvSpPr>
          <p:nvPr>
            <p:ph type="ftr" idx="15"/>
          </p:nvPr>
        </p:nvSpPr>
        <p:spPr>
          <a:xfrm xmlns:a="http://schemas.openxmlformats.org/drawingml/2006/main" rot="16200000">
            <a:off x="-499001" y="5684309"/>
            <a:ext cx="1709209" cy="365125"/>
          </a:xfrm>
        </p:spPr>
        <p:txBody>
          <a:bodyPr xmlns:a="http://schemas.openxmlformats.org/drawingml/2006/main"/>
          <a:lstStyle xmlns:a="http://schemas.openxmlformats.org/drawingml/2006/main"/>
          <a:p xmlns:a="http://schemas.openxmlformats.org/drawingml/2006/main">
            <a:endParaRPr/>
          </a:p>
        </p:txBody>
      </p:sp>
      <p:sp>
        <p:nvSpPr>
          <p:cNvPr id="4" name="Content Placeholder 7">
            <a:extLst xmlns:a="http://schemas.openxmlformats.org/drawingml/2006/main">
              <a:ext uri="{FF2B5EF4-FFF2-40B4-BE49-F238E27FC236}">
                <a16:creationId xmlns:a16="http://schemas.microsoft.com/office/drawing/2014/main" id="{C3D15418-1E32-0501-0E66-54FC2DD08E39}"/>
              </a:ext>
            </a:extLst>
          </p:cNvPr>
          <p:cNvSpPr>
            <a:spLocks xmlns:a="http://schemas.openxmlformats.org/drawingml/2006/main" noGrp="1"/>
          </p:cNvSpPr>
          <p:nvPr>
            <p:ph idx="14"/>
          </p:nvPr>
        </p:nvSpPr>
        <p:spPr>
          <a:xfrm xmlns:a="http://schemas.openxmlformats.org/drawingml/2006/main">
            <a:off x="4846320" y="5012267"/>
            <a:ext cx="6400800" cy="1390330"/>
          </a:xfrm>
        </p:spPr>
        <p:txBody>
          <a:bodyPr xmlns:a="http://schemas.openxmlformats.org/drawingml/2006/main">
            <a:noAutofit/>
          </a:bodyPr>
          <a:lstStyle xmlns:a="http://schemas.openxmlformats.org/drawingml/2006/main">
            <a:lvl1pPr marL="0" indent="0">
              <a:buFont typeface="Arial"/>
              <a:buNone/>
              <a:defRPr sz="1800">
                <a:solidFill>
                  <a:schemeClr val="tx1"/>
                </a:solidFill>
              </a:defRPr>
            </a:lvl1pPr>
            <a:lvl2pPr marL="228600" indent="0">
              <a:buFont typeface="Arial"/>
              <a:buNone/>
              <a:defRPr sz="1600">
                <a:solidFill>
                  <a:schemeClr val="tx1"/>
                </a:solidFill>
              </a:defRPr>
            </a:lvl2pPr>
            <a:lvl3pPr marL="457200" indent="0">
              <a:buFont typeface="Arial"/>
              <a:buNone/>
              <a:defRPr sz="1400">
                <a:solidFill>
                  <a:schemeClr val="tx1"/>
                </a:solidFill>
              </a:defRPr>
            </a:lvl3pPr>
            <a:lvl4pPr marL="685800" indent="0">
              <a:buFont typeface="Arial"/>
              <a:buNone/>
              <a:defRPr sz="1200">
                <a:solidFill>
                  <a:schemeClr val="tx1"/>
                </a:solidFill>
              </a:defRPr>
            </a:lvl4pPr>
            <a:lvl5pPr marL="914400" indent="0">
              <a:buFont typeface="Arial"/>
              <a:buNone/>
              <a:defRPr sz="1100">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a:xfrm xmlns:a="http://schemas.openxmlformats.org/drawingml/2006/main" rot="5400000">
            <a:off x="11173959" y="5435073"/>
            <a:ext cx="1210734"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2">
            <a:extLst xmlns:a="http://schemas.openxmlformats.org/drawingml/2006/main">
              <a:ext uri="{FF2B5EF4-FFF2-40B4-BE49-F238E27FC236}">
                <a16:creationId xmlns:a16="http://schemas.microsoft.com/office/drawing/2014/main" id="{83510BB4-E6C1-4F47-AF62-48F5992FB4A1}"/>
              </a:ext>
            </a:extLst>
          </p:cNvPr>
          <p:cNvSpPr>
            <a:spLocks xmlns:a="http://schemas.openxmlformats.org/drawingml/2006/main" noGrp="1"/>
          </p:cNvSpPr>
          <p:nvPr/>
        </p:nvSpPr>
        <p:spPr>
          <a:xfrm xmlns:a="http://schemas.openxmlformats.org/drawingml/2006/main" flipH="1">
            <a:off x="0" y="4638230"/>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7.xml><?xml version="1.0" encoding="utf-8"?>
<p:sldLayout xmlns:p="http://schemas.openxmlformats.org/presentationml/2006/main" showMasterSp="0" preserve="1">
  <p:cSld name="Content with Picture 8">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640080" y="4882896"/>
            <a:ext cx="3657603" cy="1453896"/>
          </a:xfrm>
        </p:spPr>
        <p:txBody>
          <a:bodyPr xmlns:a="http://schemas.openxmlformats.org/drawingml/2006/main" anchor="t">
            <a:normAutofit/>
          </a:bodyPr>
          <a:lstStyle xmlns:a="http://schemas.openxmlformats.org/drawingml/2006/main">
            <a:lvl1pPr algn="ctr">
              <a:buNone/>
              <a:defRPr sz="3200">
                <a:solidFill>
                  <a:schemeClr val="tx1"/>
                </a:solidFill>
              </a:defRPr>
            </a:lvl1pPr>
          </a:lstStyle>
          <a:p xmlns:a="http://schemas.openxmlformats.org/drawingml/2006/main">
            <a:r>
              <a:t>Click to edit Master title style</a:t>
            </a:r>
          </a:p>
        </p:txBody>
      </p:sp>
      <p:sp>
        <p:nvSpPr>
          <p:cNvPr id="2"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Picture Placeholder 15">
            <a:extLst xmlns:a="http://schemas.openxmlformats.org/drawingml/2006/main">
              <a:ext uri="{FF2B5EF4-FFF2-40B4-BE49-F238E27FC236}">
                <a16:creationId xmlns:a16="http://schemas.microsoft.com/office/drawing/2014/main" id="{838F5DE0-1AA8-5320-EBEC-7B2EEF399630}"/>
              </a:ext>
            </a:extLst>
          </p:cNvPr>
          <p:cNvSpPr>
            <a:spLocks xmlns:a="http://schemas.openxmlformats.org/drawingml/2006/main" noGrp="1"/>
          </p:cNvSpPr>
          <p:nvPr>
            <p:ph type="pic" idx="13" hasCustomPrompt="1"/>
          </p:nvPr>
        </p:nvSpPr>
        <p:spPr>
          <a:xfrm xmlns:a="http://schemas.openxmlformats.org/drawingml/2006/main">
            <a:off x="731520" y="548642"/>
            <a:ext cx="3490175" cy="4041647"/>
          </a:xfrm>
          <a:custGeom xmlns:a="http://schemas.openxmlformats.org/drawingml/2006/main">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xmlns:a="http://schemas.openxmlformats.org/drawingml/2006/main" rotWithShape="1">
            <a:blip xmlns:r="http://schemas.openxmlformats.org/officeDocument/2006/relationships" r:embed="R1ad459eb959e4945">
              <a:alphaModFix amt="81000"/>
            </a:blip>
            <a:srcRect l="0" t="0" r="0" b="0"/>
            <a:stretch>
              <a:fillRect l="0" t="0" r="0" b="0"/>
            </a:stretch>
          </a:blipFill>
          <a:ln xmlns:a="http://schemas.openxmlformats.org/drawingml/2006/main" w="6350">
            <a:solidFill>
              <a:schemeClr val="tx1"/>
            </a:solidFill>
          </a:ln>
        </p:spPr>
        <p:txBody>
          <a:bodyPr xmlns:a="http://schemas.openxmlformats.org/drawingml/2006/main" wrap="square">
            <a:noAutofit/>
          </a:bodyPr>
          <a:lstStyle xmlns:a="http://schemas.openxmlformats.org/drawingml/2006/main">
            <a:lvl1pPr>
              <a:buNone/>
              <a:defRPr>
                <a:solidFill>
                  <a:schemeClr val="tx1"/>
                </a:solidFill>
              </a:defRPr>
            </a:lvl1pPr>
          </a:lstStyle>
          <a:p xmlns:a="http://schemas.openxmlformats.org/drawingml/2006/main">
            <a:r>
              <a:t> </a:t>
            </a:r>
          </a:p>
        </p:txBody>
      </p:sp>
      <p:sp>
        <p:nvSpPr>
          <p:cNvPr id="4" name="Content Placeholder 7">
            <a:extLst xmlns:a="http://schemas.openxmlformats.org/drawingml/2006/main">
              <a:ext uri="{FF2B5EF4-FFF2-40B4-BE49-F238E27FC236}">
                <a16:creationId xmlns:a16="http://schemas.microsoft.com/office/drawing/2014/main" id="{83F7B03F-5EDA-605B-1A2E-F48896E48939}"/>
              </a:ext>
            </a:extLst>
          </p:cNvPr>
          <p:cNvSpPr>
            <a:spLocks xmlns:a="http://schemas.openxmlformats.org/drawingml/2006/main" noGrp="1"/>
          </p:cNvSpPr>
          <p:nvPr>
            <p:ph idx="14"/>
          </p:nvPr>
        </p:nvSpPr>
        <p:spPr>
          <a:xfrm xmlns:a="http://schemas.openxmlformats.org/drawingml/2006/main">
            <a:off x="4937760" y="549275"/>
            <a:ext cx="6561138" cy="5759450"/>
          </a:xfrm>
        </p:spPr>
        <p:txBody>
          <a:bodyPr xmlns:a="http://schemas.openxmlformats.org/drawingml/2006/main"/>
          <a:lstStyle xmlns:a="http://schemas.openxmlformats.org/drawingml/2006/main">
            <a:lvl1pPr>
              <a:buNone/>
              <a:defRPr>
                <a:solidFill>
                  <a:schemeClr val="tx1"/>
                </a:solidFill>
              </a:defRPr>
            </a:lvl1pPr>
            <a:lvl2pPr>
              <a:buNone/>
              <a:defRPr>
                <a:solidFill>
                  <a:schemeClr val="tx1"/>
                </a:solidFill>
              </a:defRPr>
            </a:lvl2pPr>
            <a:lvl3pPr>
              <a:buNone/>
              <a:defRPr>
                <a:solidFill>
                  <a:schemeClr val="tx1"/>
                </a:solidFill>
              </a:defRPr>
            </a:lvl3pPr>
            <a:lvl4pPr>
              <a:buNone/>
              <a:defRPr>
                <a:solidFill>
                  <a:schemeClr val="tx1"/>
                </a:solidFill>
              </a:defRPr>
            </a:lvl4pPr>
            <a:lvl5pPr>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7" name="Straight Connector 2">
            <a:extLst xmlns:a="http://schemas.openxmlformats.org/drawingml/2006/main">
              <a:ext uri="{FF2B5EF4-FFF2-40B4-BE49-F238E27FC236}">
                <a16:creationId xmlns:a16="http://schemas.microsoft.com/office/drawing/2014/main" id="{C1528FA0-6BF5-4DCD-AFDA-A095C72A186D}"/>
              </a:ext>
            </a:extLst>
          </p:cNvPr>
          <p:cNvSpPr>
            <a:spLocks xmlns:a="http://schemas.openxmlformats.org/drawingml/2006/main" noGrp="1"/>
          </p:cNvSpPr>
          <p:nvPr/>
        </p:nvSpPr>
        <p:spPr>
          <a:xfrm xmlns:a="http://schemas.openxmlformats.org/drawingml/2006/main">
            <a:off x="4646117"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48.xml><?xml version="1.0" encoding="utf-8"?>
<p:sldLayout xmlns:p="http://schemas.openxmlformats.org/presentationml/2006/main" showMasterSp="0" preserve="1">
  <p:cSld name="Content with Picture 9">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18164" y="559341"/>
            <a:ext cx="10755670" cy="932688"/>
          </a:xfrm>
        </p:spPr>
        <p:txBody>
          <a:bodyPr xmlns:a="http://schemas.openxmlformats.org/drawingml/2006/main" anchor="b"/>
          <a:lstStyle xmlns:a="http://schemas.openxmlformats.org/drawingml/2006/main"/>
          <a:p xmlns:a="http://schemas.openxmlformats.org/drawingml/2006/main">
            <a:r>
              <a:t>Click to edit Master title style</a:t>
            </a:r>
          </a:p>
        </p:txBody>
      </p:sp>
      <p:sp>
        <p:nvSpPr>
          <p:cNvPr id="2" name="Footer Placeholder 5">
            <a:extLst xmlns:a="http://schemas.openxmlformats.org/drawingml/2006/main">
              <a:ext uri="{FF2B5EF4-FFF2-40B4-BE49-F238E27FC236}">
                <a16:creationId xmlns:a16="http://schemas.microsoft.com/office/drawing/2014/main" id="{3C89FBB9-2C05-A4C1-ECB4-D6A5C4219E42}"/>
              </a:ext>
            </a:extLst>
          </p:cNvPr>
          <p:cNvSpPr>
            <a:spLocks xmlns:a="http://schemas.openxmlformats.org/drawingml/2006/main" noGrp="1"/>
          </p:cNvSpPr>
          <p:nvPr>
            <p:ph type="ftr" idx="16"/>
          </p:nvPr>
        </p:nvSpPr>
        <p:spPr>
          <a:xfrm xmlns:a="http://schemas.openxmlformats.org/drawingml/2006/main" rot="16200000" flipH="1">
            <a:off x="-1131161" y="1592957"/>
            <a:ext cx="2973522"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Date Placeholder 4">
            <a:extLst xmlns:a="http://schemas.openxmlformats.org/drawingml/2006/main">
              <a:ext uri="{FF2B5EF4-FFF2-40B4-BE49-F238E27FC236}">
                <a16:creationId xmlns:a16="http://schemas.microsoft.com/office/drawing/2014/main" id="{BBB07A11-50DE-6BC0-0514-6E2C14A47985}"/>
              </a:ext>
            </a:extLst>
          </p:cNvPr>
          <p:cNvSpPr>
            <a:spLocks xmlns:a="http://schemas.openxmlformats.org/drawingml/2006/main" noGrp="1"/>
          </p:cNvSpPr>
          <p:nvPr>
            <p:ph type="dt" idx="15"/>
          </p:nvPr>
        </p:nvSpPr>
        <p:spPr>
          <a:xfrm xmlns:a="http://schemas.openxmlformats.org/drawingml/2006/main" rot="16200000" flipH="1">
            <a:off x="-997746" y="4594946"/>
            <a:ext cx="2706690" cy="365125"/>
          </a:xfrm>
        </p:spPr>
        <p:txBody>
          <a:bodyPr xmlns:a="http://schemas.openxmlformats.org/drawingml/2006/main"/>
          <a:lstStyle xmlns:a="http://schemas.openxmlformats.org/drawingml/2006/main">
            <a:lvl1pPr algn="l">
              <a:buNone/>
              <a:defRPr>
                <a:solidFill>
                  <a:schemeClr val="tx1"/>
                </a:solidFill>
              </a:defRPr>
            </a:lvl1pPr>
          </a:lstStyle>
          <a:p xmlns:a="http://schemas.openxmlformats.org/drawingml/2006/main">
            <a:fld id="vivek_{DE66AB1F-7161-4BF0-9AD9-712F3796F124}" type="datetimeFigureOut">
              <a:t>24-10-2026</a:t>
            </a:fld>
            <a:endParaRPr/>
          </a:p>
        </p:txBody>
      </p:sp>
      <p:sp>
        <p:nvSpPr>
          <p:cNvPr id="4" name="Slide Number Placeholder 6">
            <a:extLst xmlns:a="http://schemas.openxmlformats.org/drawingml/2006/main">
              <a:ext uri="{FF2B5EF4-FFF2-40B4-BE49-F238E27FC236}">
                <a16:creationId xmlns:a16="http://schemas.microsoft.com/office/drawing/2014/main" id="{03ED5F49-F9F7-05A9-62AC-C9C8DF2EADE8}"/>
              </a:ext>
            </a:extLst>
          </p:cNvPr>
          <p:cNvSpPr>
            <a:spLocks xmlns:a="http://schemas.openxmlformats.org/drawingml/2006/main" noGrp="1"/>
          </p:cNvSpPr>
          <p:nvPr>
            <p:ph type="sldNum" idx="17"/>
          </p:nvPr>
        </p:nvSpPr>
        <p:spPr>
          <a:xfrm xmlns:a="http://schemas.openxmlformats.org/drawingml/2006/main">
            <a:off x="88569" y="6264201"/>
            <a:ext cx="574620" cy="365125"/>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5" name="Content Placeholder 7">
            <a:extLst xmlns:a="http://schemas.openxmlformats.org/drawingml/2006/main">
              <a:ext uri="{FF2B5EF4-FFF2-40B4-BE49-F238E27FC236}">
                <a16:creationId xmlns:a16="http://schemas.microsoft.com/office/drawing/2014/main" id="{07755DB3-9272-8E5E-039F-AC14A2C07898}"/>
              </a:ext>
            </a:extLst>
          </p:cNvPr>
          <p:cNvSpPr>
            <a:spLocks xmlns:a="http://schemas.openxmlformats.org/drawingml/2006/main" noGrp="1"/>
          </p:cNvSpPr>
          <p:nvPr>
            <p:ph idx="14"/>
          </p:nvPr>
        </p:nvSpPr>
        <p:spPr>
          <a:xfrm xmlns:a="http://schemas.openxmlformats.org/drawingml/2006/main">
            <a:off x="711200" y="1713652"/>
            <a:ext cx="4387012" cy="4612945"/>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Picture Placeholder 11">
            <a:extLst xmlns:a="http://schemas.openxmlformats.org/drawingml/2006/main">
              <a:ext uri="{FF2B5EF4-FFF2-40B4-BE49-F238E27FC236}">
                <a16:creationId xmlns:a16="http://schemas.microsoft.com/office/drawing/2014/main" id="{96F64025-FA05-CC42-8294-F944BC95DD00}"/>
              </a:ext>
            </a:extLst>
          </p:cNvPr>
          <p:cNvSpPr>
            <a:spLocks xmlns:a="http://schemas.openxmlformats.org/drawingml/2006/main" noGrp="1"/>
          </p:cNvSpPr>
          <p:nvPr>
            <p:ph type="pic" idx="13" hasCustomPrompt="1"/>
          </p:nvPr>
        </p:nvSpPr>
        <p:spPr>
          <a:xfrm xmlns:a="http://schemas.openxmlformats.org/drawingml/2006/main">
            <a:off x="5658927" y="1713653"/>
            <a:ext cx="6533071" cy="5144347"/>
          </a:xfrm>
          <a:custGeom xmlns:a="http://schemas.openxmlformats.org/drawingml/2006/main">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rect l="l" t="t" r="r" b="b"/>
            <a:pathLst>
              <a:path w="6460672" h="5029200">
                <a:moveTo>
                  <a:pt x="0" y="0"/>
                </a:moveTo>
                <a:lnTo>
                  <a:pt x="6460672" y="0"/>
                </a:lnTo>
                <a:lnTo>
                  <a:pt x="6460672" y="5029200"/>
                </a:lnTo>
                <a:lnTo>
                  <a:pt x="0" y="5029200"/>
                </a:lnTo>
                <a:close/>
              </a:path>
            </a:pathLst>
          </a:custGeom>
          <a:blipFill xmlns:a="http://schemas.openxmlformats.org/drawingml/2006/main">
            <a:blip xmlns:r="http://schemas.openxmlformats.org/officeDocument/2006/relationships" r:embed="R50e26427a58740d4">
              <a:alphaModFix amt="70000"/>
            </a:blip>
            <a:stretch>
              <a:fillRect l="0" t="0" r="0" b="0"/>
            </a:stretch>
          </a:blipFill>
        </p:spPr>
        <p:txBody>
          <a:bodyPr xmlns:a="http://schemas.openxmlformats.org/drawingml/2006/main" vert="horz" wrap="square" lIns="91440" tIns="45720" rIns="91440" bIns="45720">
            <a:noAutofit/>
          </a:bodyPr>
          <a:lstStyle xmlns:a="http://schemas.openxmlformats.org/drawingml/2006/main">
            <a:lvl1pPr marL="0" indent="0">
              <a:buFont typeface="Arial"/>
              <a:buNone/>
              <a:defRPr/>
            </a:lvl1pPr>
          </a:lstStyle>
          <a:p xmlns:a="http://schemas.openxmlformats.org/drawingml/2006/main">
            <a:pPr marL="285750" lvl="0" indent="-285750">
              <a:buNone/>
            </a:pPr>
            <a:r>
              <a:t> </a:t>
            </a:r>
          </a:p>
        </p:txBody>
      </p:sp>
    </p:spTree>
  </p:cSld>
</p:sldLayout>
</file>

<file path=ppt/slideLayouts/slideLayout49.xml><?xml version="1.0" encoding="utf-8"?>
<p:sldLayout xmlns:p="http://schemas.openxmlformats.org/presentationml/2006/main" showMasterSp="0" preserve="1">
  <p:cSld name="Number Large">
    <p:spTree>
      <p:nvGrpSpPr>
        <p:cNvPr id="1" name=""/>
        <p:cNvGrpSpPr/>
        <p:nvPr/>
      </p:nvGrpSpPr>
      <p:grpSpPr>
        <a:xfrm xmlns:a="http://schemas.openxmlformats.org/drawingml/2006/main"/>
      </p:grpSpPr>
      <p:sp>
        <p:nvSpPr>
          <p:cNvPr id="7" name="Title 9">
            <a:extLst xmlns:a="http://schemas.openxmlformats.org/drawingml/2006/main">
              <a:ext uri="{FF2B5EF4-FFF2-40B4-BE49-F238E27FC236}">
                <a16:creationId xmlns:a16="http://schemas.microsoft.com/office/drawing/2014/main" id="{B7BBF55A-D91F-143D-FBB6-73995F00EAC2}"/>
              </a:ext>
            </a:extLst>
          </p:cNvPr>
          <p:cNvSpPr>
            <a:spLocks xmlns:a="http://schemas.openxmlformats.org/drawingml/2006/main" noGrp="1"/>
          </p:cNvSpPr>
          <p:nvPr>
            <p:ph type="title" idx="0"/>
          </p:nvPr>
        </p:nvSpPr>
        <p:spPr>
          <a:xfrm xmlns:a="http://schemas.openxmlformats.org/drawingml/2006/main">
            <a:off x="2057400" y="4937761"/>
            <a:ext cx="6987537" cy="1353312"/>
          </a:xfrm>
        </p:spPr>
        <p:txBody>
          <a:bodyPr xmlns:a="http://schemas.openxmlformats.org/drawingml/2006/main" anchor="t">
            <a:normAutofit/>
          </a:bodyPr>
          <a:lstStyle xmlns:a="http://schemas.openxmlformats.org/drawingml/2006/main">
            <a:lvl1pPr>
              <a:lnSpc>
                <a:spcPct val="110000"/>
              </a:lnSpc>
              <a:spcBef>
                <a:spcPts val="1000"/>
              </a:spcBef>
              <a:buNone/>
              <a:defRPr sz="2800" cap="none" baseline="0">
                <a:latin typeface="Manrope"/>
                <a:ea typeface="Manrope"/>
                <a:cs typeface="Manrope"/>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8">
            <a:extLst xmlns:a="http://schemas.openxmlformats.org/drawingml/2006/main">
              <a:ext uri="{FF2B5EF4-FFF2-40B4-BE49-F238E27FC236}">
                <a16:creationId xmlns:a16="http://schemas.microsoft.com/office/drawing/2014/main" id="{072A4B4E-0B2F-F1BB-322A-713D1FB5F2FE}"/>
              </a:ext>
            </a:extLst>
          </p:cNvPr>
          <p:cNvSpPr>
            <a:spLocks xmlns:a="http://schemas.openxmlformats.org/drawingml/2006/main" noGrp="1"/>
          </p:cNvSpPr>
          <p:nvPr>
            <p:ph idx="13" hasCustomPrompt="1"/>
          </p:nvPr>
        </p:nvSpPr>
        <p:spPr>
          <a:xfrm xmlns:a="http://schemas.openxmlformats.org/drawingml/2006/main">
            <a:off x="2057400" y="549021"/>
            <a:ext cx="9455150" cy="4333875"/>
          </a:xfrm>
        </p:spPr>
        <p:txBody>
          <a:bodyPr xmlns:a="http://schemas.openxmlformats.org/drawingml/2006/main" anchor="b">
            <a:normAutofit/>
          </a:bodyPr>
          <a:lstStyle xmlns:a="http://schemas.openxmlformats.org/drawingml/2006/main">
            <a:lvl1pPr>
              <a:buNone/>
              <a:defRPr sz="23200">
                <a:latin typeface="Manrope"/>
                <a:ea typeface="Manrope"/>
                <a:cs typeface="Manrope"/>
              </a:defRPr>
            </a:lvl1pPr>
          </a:lstStyle>
          <a:p xmlns:a="http://schemas.openxmlformats.org/drawingml/2006/main">
            <a:pPr lvl="0">
              <a:buNone/>
            </a:pPr>
            <a:r>
              <a:t>##%</a:t>
            </a:r>
          </a:p>
        </p:txBody>
      </p:sp>
      <p:sp>
        <p:nvSpPr>
          <p:cNvPr id="4"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Straight Connector 6">
            <a:extLst xmlns:a="http://schemas.openxmlformats.org/drawingml/2006/main">
              <a:ext uri="{FF2B5EF4-FFF2-40B4-BE49-F238E27FC236}">
                <a16:creationId xmlns:a16="http://schemas.microsoft.com/office/drawing/2014/main" id="{934F9FCA-D0D5-4DBA-895A-1EE27A105227}"/>
              </a:ext>
            </a:extLst>
          </p:cNvPr>
          <p:cNvSpPr>
            <a:spLocks xmlns:a="http://schemas.openxmlformats.org/drawingml/2006/main" noGrp="1"/>
          </p:cNvSpPr>
          <p:nvPr/>
        </p:nvSpPr>
        <p:spPr>
          <a:xfrm xmlns:a="http://schemas.openxmlformats.org/drawingml/2006/main" flipV="1">
            <a:off x="1371600" y="0"/>
            <a:ext cx="0" cy="6858000"/>
          </a:xfrm>
          <a:prstGeom xmlns:a="http://schemas.openxmlformats.org/drawingml/2006/main" prst="line">
            <a:avLst/>
          </a:prstGeom>
          <a:ln xmlns:a="http://schemas.openxmlformats.org/drawingml/2006/main" w="6350">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50.xml><?xml version="1.0" encoding="utf-8"?>
<p:sldLayout xmlns:p="http://schemas.openxmlformats.org/presentationml/2006/main" showMasterSp="0" preserve="1">
  <p:cSld name="Statem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A7221EB5-8556-FBD7-00D5-D69AC8E7E73A}"/>
              </a:ext>
            </a:extLst>
          </p:cNvPr>
          <p:cNvSpPr>
            <a:spLocks xmlns:a="http://schemas.openxmlformats.org/drawingml/2006/main" noGrp="1"/>
          </p:cNvSpPr>
          <p:nvPr>
            <p:ph type="title" idx="0" hasCustomPrompt="1"/>
          </p:nvPr>
        </p:nvSpPr>
        <p:spPr>
          <a:xfrm xmlns:a="http://schemas.openxmlformats.org/drawingml/2006/main">
            <a:off x="612648" y="-1228126"/>
            <a:ext cx="10652760" cy="1133856"/>
          </a:xfrm>
        </p:spPr>
        <p:txBody>
          <a:bodyPr xmlns:a="http://schemas.openxmlformats.org/drawingml/2006/main"/>
          <a:lstStyle xmlns:a="http://schemas.openxmlformats.org/drawingml/2006/main">
            <a:lvl1pPr>
              <a:buNone/>
              <a:defRPr cap="none" baseline="0">
                <a:solidFill>
                  <a:schemeClr val="tx1"/>
                </a:solidFill>
              </a:defRPr>
            </a:lvl1pPr>
          </a:lstStyle>
          <a:p xmlns:a="http://schemas.openxmlformats.org/drawingml/2006/main">
            <a:r>
              <a:t>Click to edit master title style</a:t>
            </a:r>
          </a:p>
        </p:txBody>
      </p:sp>
      <p:sp>
        <p:nvSpPr>
          <p:cNvPr id="2" name="Footer Placeholder 3">
            <a:extLst xmlns:a="http://schemas.openxmlformats.org/drawingml/2006/main">
              <a:ext uri="{FF2B5EF4-FFF2-40B4-BE49-F238E27FC236}">
                <a16:creationId xmlns:a16="http://schemas.microsoft.com/office/drawing/2014/main" id="{3D56E87B-2252-4382-E6E7-15A81BCC80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6">
            <a:extLst xmlns:a="http://schemas.openxmlformats.org/drawingml/2006/main">
              <a:ext uri="{FF2B5EF4-FFF2-40B4-BE49-F238E27FC236}">
                <a16:creationId xmlns:a16="http://schemas.microsoft.com/office/drawing/2014/main" id="{EAA4897F-B66E-DAD4-F56C-6152B417CC54}"/>
              </a:ext>
            </a:extLst>
          </p:cNvPr>
          <p:cNvSpPr>
            <a:spLocks xmlns:a="http://schemas.openxmlformats.org/drawingml/2006/main" noGrp="1"/>
          </p:cNvSpPr>
          <p:nvPr>
            <p:ph idx="13" hasCustomPrompt="1"/>
          </p:nvPr>
        </p:nvSpPr>
        <p:spPr>
          <a:xfrm xmlns:a="http://schemas.openxmlformats.org/drawingml/2006/main">
            <a:off x="2624138" y="2268748"/>
            <a:ext cx="6943724" cy="3954255"/>
          </a:xfrm>
        </p:spPr>
        <p:txBody>
          <a:bodyPr xmlns:a="http://schemas.openxmlformats.org/drawingml/2006/main" anchor="ctr">
            <a:noAutofit/>
          </a:bodyPr>
          <a:lstStyle xmlns:a="http://schemas.openxmlformats.org/drawingml/2006/main">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xmlns:a="http://schemas.openxmlformats.org/drawingml/2006/main">
            <a:pPr lvl="0">
              <a:buNone/>
            </a:pPr>
            <a:r>
              <a:t>Click to add Statement</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2">
            <a:extLst xmlns:a="http://schemas.openxmlformats.org/drawingml/2006/main">
              <a:ext uri="{FF2B5EF4-FFF2-40B4-BE49-F238E27FC236}">
                <a16:creationId xmlns:a16="http://schemas.microsoft.com/office/drawing/2014/main" id="{67F688C7-1128-9027-65E4-A17BBE7DDD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4">
            <a:extLst xmlns:a="http://schemas.openxmlformats.org/drawingml/2006/main">
              <a:ext uri="{FF2B5EF4-FFF2-40B4-BE49-F238E27FC236}">
                <a16:creationId xmlns:a16="http://schemas.microsoft.com/office/drawing/2014/main" id="{8C1C6A68-1AC4-7B10-CD66-D67327434E6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
        <p:nvSpPr>
          <p:cNvPr id="6" name="Freeform: Shape 15">
            <a:extLst xmlns:a="http://schemas.openxmlformats.org/drawingml/2006/main">
              <a:ext uri="{FF2B5EF4-FFF2-40B4-BE49-F238E27FC236}">
                <a16:creationId xmlns:a16="http://schemas.microsoft.com/office/drawing/2014/main" id="{8EFA7EFC-C6F9-B1D5-025F-824C1CE9A204}"/>
              </a:ext>
            </a:extLst>
          </p:cNvPr>
          <p:cNvSpPr>
            <a:spLocks xmlns:a="http://schemas.openxmlformats.org/drawingml/2006/main" noGrp="1"/>
          </p:cNvSpPr>
          <p:nvPr/>
        </p:nvSpPr>
        <p:spPr>
          <a:xfrm xmlns:a="http://schemas.openxmlformats.org/drawingml/2006/main" rot="16200000">
            <a:off x="3057205" y="-1430380"/>
            <a:ext cx="6077590" cy="10510705"/>
          </a:xfrm>
          <a:custGeom xmlns:a="http://schemas.openxmlformats.org/drawingml/2006/main">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xmlns:a="http://schemas.openxmlformats.org/drawingml/2006/main"/>
          <a:ln xmlns:a="http://schemas.openxmlformats.org/drawingml/2006/main" w="6350">
            <a:solidFill>
              <a:schemeClr val="tx1"/>
            </a:solidFill>
          </a:ln>
        </p:spPr>
        <p:style>
          <a:lnRef xmlns:a="http://schemas.openxmlformats.org/drawingml/2006/main">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solidFill>
                <a:schemeClr val="tx1"/>
              </a:solidFill>
            </a:endParaRPr>
          </a:p>
        </p:txBody>
      </p:sp>
    </p:spTree>
  </p:cSld>
</p:sldLayout>
</file>

<file path=ppt/slideLayouts/slideLayout51.xml><?xml version="1.0" encoding="utf-8"?>
<p:sldLayout xmlns:p="http://schemas.openxmlformats.org/presentationml/2006/main" showMasterSp="0" preserve="1">
  <p:cSld name="Quote">
    <p:spTree>
      <p:nvGrpSpPr>
        <p:cNvPr id="1" name=""/>
        <p:cNvGrpSpPr/>
        <p:nvPr/>
      </p:nvGrpSpPr>
      <p:grpSpPr>
        <a:xfrm xmlns:a="http://schemas.openxmlformats.org/drawingml/2006/main"/>
      </p:grpSpPr>
      <p:sp>
        <p:nvSpPr>
          <p:cNvPr id="7" name="Title 9">
            <a:extLst xmlns:a="http://schemas.openxmlformats.org/drawingml/2006/main">
              <a:ext uri="{FF2B5EF4-FFF2-40B4-BE49-F238E27FC236}">
                <a16:creationId xmlns:a16="http://schemas.microsoft.com/office/drawing/2014/main" id="{16D87B9B-22A3-322E-B7E8-223255AD0957}"/>
              </a:ext>
            </a:extLst>
          </p:cNvPr>
          <p:cNvSpPr>
            <a:spLocks xmlns:a="http://schemas.openxmlformats.org/drawingml/2006/main" noGrp="1"/>
          </p:cNvSpPr>
          <p:nvPr>
            <p:ph type="title" idx="0" hasCustomPrompt="1"/>
          </p:nvPr>
        </p:nvSpPr>
        <p:spPr>
          <a:xfrm xmlns:a="http://schemas.openxmlformats.org/drawingml/2006/main">
            <a:off x="2940168" y="5669280"/>
            <a:ext cx="6311664" cy="466344"/>
          </a:xfrm>
        </p:spPr>
        <p:txBody>
          <a:bodyPr xmlns:a="http://schemas.openxmlformats.org/drawingml/2006/main" anchor="ctr">
            <a:normAutofit/>
          </a:bodyPr>
          <a:lstStyle xmlns:a="http://schemas.openxmlformats.org/drawingml/2006/main">
            <a:lvl1pPr algn="ctr">
              <a:lnSpc>
                <a:spcPct val="110000"/>
              </a:lnSpc>
              <a:spcBef>
                <a:spcPts val="1000"/>
              </a:spcBef>
              <a:buNone/>
              <a:defRPr sz="1800" cap="all" baseline="0">
                <a:latin typeface="Manrope"/>
                <a:ea typeface="Manrope"/>
                <a:cs typeface="Manrope"/>
              </a:defRPr>
            </a:lvl1pPr>
          </a:lstStyle>
          <a:p xmlns:a="http://schemas.openxmlformats.org/drawingml/2006/main">
            <a:r>
              <a:t>Quote Author</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8">
            <a:extLst xmlns:a="http://schemas.openxmlformats.org/drawingml/2006/main">
              <a:ext uri="{FF2B5EF4-FFF2-40B4-BE49-F238E27FC236}">
                <a16:creationId xmlns:a16="http://schemas.microsoft.com/office/drawing/2014/main" id="{6A9BC83F-8FE5-5223-2B3A-6E122D336309}"/>
              </a:ext>
            </a:extLst>
          </p:cNvPr>
          <p:cNvSpPr>
            <a:spLocks xmlns:a="http://schemas.openxmlformats.org/drawingml/2006/main" noGrp="1"/>
          </p:cNvSpPr>
          <p:nvPr>
            <p:ph idx="13" hasCustomPrompt="1"/>
          </p:nvPr>
        </p:nvSpPr>
        <p:spPr>
          <a:xfrm xmlns:a="http://schemas.openxmlformats.org/drawingml/2006/main">
            <a:off x="2597135" y="1744578"/>
            <a:ext cx="6997730" cy="3507906"/>
          </a:xfrm>
        </p:spPr>
        <p:txBody>
          <a:bodyPr xmlns:a="http://schemas.openxmlformats.org/drawingml/2006/main" anchor="b">
            <a:normAutofit/>
          </a:bodyPr>
          <a:lstStyle xmlns:a="http://schemas.openxmlformats.org/drawingml/2006/main">
            <a:lvl1pPr algn="ctr">
              <a:lnSpc>
                <a:spcPct val="100000"/>
              </a:lnSpc>
              <a:spcBef>
                <a:spcPts val="0"/>
              </a:spcBef>
              <a:buNone/>
              <a:defRPr sz="6000" cap="all" baseline="0">
                <a:latin typeface="Manrope"/>
                <a:ea typeface="Manrope"/>
                <a:cs typeface="Manrope"/>
              </a:defRPr>
            </a:lvl1pPr>
          </a:lstStyle>
          <a:p xmlns:a="http://schemas.openxmlformats.org/drawingml/2006/main">
            <a:pPr lvl="0">
              <a:buNone/>
            </a:pPr>
            <a:r>
              <a:t>Click to add Quote</a:t>
            </a:r>
          </a:p>
        </p:txBody>
      </p:sp>
      <p:sp>
        <p:nvSpPr>
          <p:cNvPr id="4" name="Freeform: Shape 15">
            <a:extLst xmlns:a="http://schemas.openxmlformats.org/drawingml/2006/main">
              <a:ext uri="{FF2B5EF4-FFF2-40B4-BE49-F238E27FC236}">
                <a16:creationId xmlns:a16="http://schemas.microsoft.com/office/drawing/2014/main" id="{9F353A57-FA3C-A68C-4908-E774A52CB1B6}"/>
              </a:ext>
            </a:extLst>
          </p:cNvPr>
          <p:cNvSpPr>
            <a:spLocks xmlns:a="http://schemas.openxmlformats.org/drawingml/2006/main" noGrp="1"/>
          </p:cNvSpPr>
          <p:nvPr/>
        </p:nvSpPr>
        <p:spPr>
          <a:xfrm xmlns:a="http://schemas.openxmlformats.org/drawingml/2006/main" rot="16200000">
            <a:off x="2811380" y="-1681974"/>
            <a:ext cx="6569242" cy="10510705"/>
          </a:xfrm>
          <a:custGeom xmlns:a="http://schemas.openxmlformats.org/drawingml/2006/main">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xmlns:a="http://schemas.openxmlformats.org/drawingml/2006/main"/>
          <a:ln xmlns:a="http://schemas.openxmlformats.org/drawingml/2006/main" w="6350">
            <a:solidFill>
              <a:schemeClr val="tx1"/>
            </a:solidFill>
          </a:ln>
        </p:spPr>
        <p:style>
          <a:lnRef xmlns:a="http://schemas.openxmlformats.org/drawingml/2006/main">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solidFill>
                <a:schemeClr val="tx1"/>
              </a:solidFill>
            </a:endParaRPr>
          </a:p>
        </p:txBody>
      </p:sp>
      <p:sp>
        <p:nvSpPr>
          <p:cNvPr id="5"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2.xml><?xml version="1.0" encoding="utf-8"?>
<p:sldLayout xmlns:p="http://schemas.openxmlformats.org/presentationml/2006/main" preserve="1">
  <p:cSld name="Two Content">
    <p:spTree>
      <p:nvGrpSpPr>
        <p:cNvPr id="1" name=""/>
        <p:cNvGrpSpPr/>
        <p:nvPr/>
      </p:nvGrpSpPr>
      <p:grpSpPr>
        <a:xfrm xmlns:a="http://schemas.openxmlformats.org/drawingml/2006/main"/>
      </p:grpSpPr>
      <p:sp>
        <p:nvSpPr>
          <p:cNvPr id="7" name="Title 1">
            <a:extLst xmlns:a="http://schemas.openxmlformats.org/drawingml/2006/main">
              <a:ext uri="{FF2B5EF4-FFF2-40B4-BE49-F238E27FC236}">
                <a16:creationId xmlns:a16="http://schemas.microsoft.com/office/drawing/2014/main" id="{FAF3BB49-A328-F121-7F27-DEB7C3CC2B0F}"/>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to edit Master title style</a:t>
            </a:r>
          </a:p>
        </p:txBody>
      </p:sp>
      <p:sp>
        <p:nvSpPr>
          <p:cNvPr id="2" name="Footer Placeholder 5">
            <a:extLst xmlns:a="http://schemas.openxmlformats.org/drawingml/2006/main">
              <a:ext uri="{FF2B5EF4-FFF2-40B4-BE49-F238E27FC236}">
                <a16:creationId xmlns:a16="http://schemas.microsoft.com/office/drawing/2014/main" id="{C2BDD5A2-CE3E-3215-6DAA-F75C0D1229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3">
            <a:extLst xmlns:a="http://schemas.openxmlformats.org/drawingml/2006/main">
              <a:ext uri="{FF2B5EF4-FFF2-40B4-BE49-F238E27FC236}">
                <a16:creationId xmlns:a16="http://schemas.microsoft.com/office/drawing/2014/main" id="{2172FE6B-A4D8-8ED7-89D7-5E7F2C5B8F5F}"/>
              </a:ext>
            </a:extLst>
          </p:cNvPr>
          <p:cNvSpPr>
            <a:spLocks xmlns:a="http://schemas.openxmlformats.org/drawingml/2006/main" noGrp="1"/>
          </p:cNvSpPr>
          <p:nvPr>
            <p:ph idx="15"/>
          </p:nvPr>
        </p:nvSpPr>
        <p:spPr>
          <a:xfrm xmlns:a="http://schemas.openxmlformats.org/drawingml/2006/main">
            <a:off x="731838" y="2103438"/>
            <a:ext cx="5181600" cy="4351337"/>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686405AE-ED31-677D-86D8-01EAD583735E}"/>
              </a:ext>
            </a:extLst>
          </p:cNvPr>
          <p:cNvSpPr>
            <a:spLocks xmlns:a="http://schemas.openxmlformats.org/drawingml/2006/main" noGrp="1"/>
          </p:cNvSpPr>
          <p:nvPr>
            <p:ph idx="16"/>
          </p:nvPr>
        </p:nvSpPr>
        <p:spPr>
          <a:xfrm xmlns:a="http://schemas.openxmlformats.org/drawingml/2006/main">
            <a:off x="6284947" y="2103121"/>
            <a:ext cx="5181600" cy="4351337"/>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897D0B7E-1A60-DA52-6965-92412B1C2F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6" name="Slide Number Placeholder 6">
            <a:extLst xmlns:a="http://schemas.openxmlformats.org/drawingml/2006/main">
              <a:ext uri="{FF2B5EF4-FFF2-40B4-BE49-F238E27FC236}">
                <a16:creationId xmlns:a16="http://schemas.microsoft.com/office/drawing/2014/main" id="{B1B822F1-284A-1786-FAF2-72129E2FE6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3.xml><?xml version="1.0" encoding="utf-8"?>
<p:sldLayout xmlns:p="http://schemas.openxmlformats.org/presentationml/2006/main" preserve="1">
  <p:cSld name="Comparison">
    <p:spTree>
      <p:nvGrpSpPr>
        <p:cNvPr id="1" name=""/>
        <p:cNvGrpSpPr/>
        <p:nvPr/>
      </p:nvGrpSpPr>
      <p:grpSpPr>
        <a:xfrm xmlns:a="http://schemas.openxmlformats.org/drawingml/2006/main"/>
      </p:grpSpPr>
      <p:sp>
        <p:nvSpPr>
          <p:cNvPr id="9" name="Title 1">
            <a:extLst xmlns:a="http://schemas.openxmlformats.org/drawingml/2006/main">
              <a:ext uri="{FF2B5EF4-FFF2-40B4-BE49-F238E27FC236}">
                <a16:creationId xmlns:a16="http://schemas.microsoft.com/office/drawing/2014/main" id="{485A6F3D-6630-C2E0-DC0A-6D2C0AACFF58}"/>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to edit Master title style</a:t>
            </a:r>
          </a:p>
        </p:txBody>
      </p:sp>
      <p:sp>
        <p:nvSpPr>
          <p:cNvPr id="2" name="Footer Placeholder 7">
            <a:extLst xmlns:a="http://schemas.openxmlformats.org/drawingml/2006/main">
              <a:ext uri="{FF2B5EF4-FFF2-40B4-BE49-F238E27FC236}">
                <a16:creationId xmlns:a16="http://schemas.microsoft.com/office/drawing/2014/main" id="{949D76D8-9033-26CF-BF4C-AECCC685C1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61CD26D4-290A-F0ED-7D62-41EDA6FEC2B9}"/>
              </a:ext>
            </a:extLst>
          </p:cNvPr>
          <p:cNvSpPr>
            <a:spLocks xmlns:a="http://schemas.openxmlformats.org/drawingml/2006/main" noGrp="1"/>
          </p:cNvSpPr>
          <p:nvPr>
            <p:ph type="body" idx="1"/>
          </p:nvPr>
        </p:nvSpPr>
        <p:spPr>
          <a:xfrm xmlns:a="http://schemas.openxmlformats.org/drawingml/2006/main">
            <a:off x="731520" y="2103120"/>
            <a:ext cx="5157787" cy="559834"/>
          </a:xfrm>
        </p:spPr>
        <p:txBody>
          <a:bodyPr xmlns:a="http://schemas.openxmlformats.org/drawingml/2006/main" anchor="b">
            <a:normAutofit/>
          </a:bodyPr>
          <a:lstStyle xmlns:a="http://schemas.openxmlformats.org/drawingml/2006/main">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9C38DBB1-A1FA-A460-88C8-B05F1570CA97}"/>
              </a:ext>
            </a:extLst>
          </p:cNvPr>
          <p:cNvSpPr>
            <a:spLocks xmlns:a="http://schemas.openxmlformats.org/drawingml/2006/main" noGrp="1"/>
          </p:cNvSpPr>
          <p:nvPr>
            <p:ph idx="15"/>
          </p:nvPr>
        </p:nvSpPr>
        <p:spPr>
          <a:xfrm xmlns:a="http://schemas.openxmlformats.org/drawingml/2006/main">
            <a:off x="731838" y="2743200"/>
            <a:ext cx="5157187" cy="37639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06536620-C4F3-EEC3-DBF1-05196B1CBB55}"/>
              </a:ext>
            </a:extLst>
          </p:cNvPr>
          <p:cNvSpPr>
            <a:spLocks xmlns:a="http://schemas.openxmlformats.org/drawingml/2006/main" noGrp="1"/>
          </p:cNvSpPr>
          <p:nvPr>
            <p:ph type="body" idx="3"/>
          </p:nvPr>
        </p:nvSpPr>
        <p:spPr>
          <a:xfrm xmlns:a="http://schemas.openxmlformats.org/drawingml/2006/main">
            <a:off x="6309360" y="2103120"/>
            <a:ext cx="5183188" cy="559834"/>
          </a:xfrm>
        </p:spPr>
        <p:txBody>
          <a:bodyPr xmlns:a="http://schemas.openxmlformats.org/drawingml/2006/main" anchor="b">
            <a:normAutofit/>
          </a:bodyPr>
          <a:lstStyle xmlns:a="http://schemas.openxmlformats.org/drawingml/2006/main">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3">
            <a:extLst xmlns:a="http://schemas.openxmlformats.org/drawingml/2006/main">
              <a:ext uri="{FF2B5EF4-FFF2-40B4-BE49-F238E27FC236}">
                <a16:creationId xmlns:a16="http://schemas.microsoft.com/office/drawing/2014/main" id="{82D763CC-A010-6A2B-FEF3-388EAC8417D7}"/>
              </a:ext>
            </a:extLst>
          </p:cNvPr>
          <p:cNvSpPr>
            <a:spLocks xmlns:a="http://schemas.openxmlformats.org/drawingml/2006/main" noGrp="1"/>
          </p:cNvSpPr>
          <p:nvPr>
            <p:ph idx="16"/>
          </p:nvPr>
        </p:nvSpPr>
        <p:spPr>
          <a:xfrm xmlns:a="http://schemas.openxmlformats.org/drawingml/2006/main">
            <a:off x="6309361" y="2743200"/>
            <a:ext cx="5183188" cy="37639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E3B3581-658A-8487-F9CB-E79F2BFF27E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8" name="Slide Number Placeholder 8">
            <a:extLst xmlns:a="http://schemas.openxmlformats.org/drawingml/2006/main">
              <a:ext uri="{FF2B5EF4-FFF2-40B4-BE49-F238E27FC236}">
                <a16:creationId xmlns:a16="http://schemas.microsoft.com/office/drawing/2014/main" id="{E02A06B8-CC1D-542F-D8EB-7625046B91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4.xml><?xml version="1.0" encoding="utf-8"?>
<p:sldLayout xmlns:p="http://schemas.openxmlformats.org/presentationml/2006/main" preserve="1">
  <p:cSld name="Title Only ">
    <p:spTree>
      <p:nvGrpSpPr>
        <p:cNvPr id="1" name=""/>
        <p:cNvGrpSpPr/>
        <p:nvPr/>
      </p:nvGrpSpPr>
      <p:grpSpPr>
        <a:xfrm xmlns:a="http://schemas.openxmlformats.org/drawingml/2006/main"/>
      </p:grpSpPr>
      <p:sp>
        <p:nvSpPr>
          <p:cNvPr id="5" name="Title 1">
            <a:extLst xmlns:a="http://schemas.openxmlformats.org/drawingml/2006/main">
              <a:ext uri="{FF2B5EF4-FFF2-40B4-BE49-F238E27FC236}">
                <a16:creationId xmlns:a16="http://schemas.microsoft.com/office/drawing/2014/main" id="{A0796BC8-E1B7-E6D6-E86F-4A5CAECDFEFC}"/>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r>
              <a:t>Click to edit Master title style</a:t>
            </a:r>
          </a:p>
        </p:txBody>
      </p:sp>
      <p:sp>
        <p:nvSpPr>
          <p:cNvPr id="2" name="Footer Placeholder 3">
            <a:extLst xmlns:a="http://schemas.openxmlformats.org/drawingml/2006/main">
              <a:ext uri="{FF2B5EF4-FFF2-40B4-BE49-F238E27FC236}">
                <a16:creationId xmlns:a16="http://schemas.microsoft.com/office/drawing/2014/main" id="{6B968DDD-323F-89A1-84E3-DDBA626D938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Date Placeholder 2">
            <a:extLst xmlns:a="http://schemas.openxmlformats.org/drawingml/2006/main">
              <a:ext uri="{FF2B5EF4-FFF2-40B4-BE49-F238E27FC236}">
                <a16:creationId xmlns:a16="http://schemas.microsoft.com/office/drawing/2014/main" id="{E89E8268-7232-2944-F1BD-399F9419B5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4" name="Slide Number Placeholder 4">
            <a:extLst xmlns:a="http://schemas.openxmlformats.org/drawingml/2006/main">
              <a:ext uri="{FF2B5EF4-FFF2-40B4-BE49-F238E27FC236}">
                <a16:creationId xmlns:a16="http://schemas.microsoft.com/office/drawing/2014/main" id="{98FBDC76-671D-1671-DCE2-D5658BD40E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5.xml><?xml version="1.0" encoding="utf-8"?>
<p:sldLayout xmlns:p="http://schemas.openxmlformats.org/presentationml/2006/main" showMasterSp="0" type="blank" preserve="1">
  <p:cSld name="Empty">
    <p:spTree>
      <p:nvGrpSpPr>
        <p:cNvPr id="1" name=""/>
        <p:cNvGrpSpPr/>
        <p:nvPr/>
      </p:nvGrpSpPr>
      <p:grpSpPr>
        <a:xfrm xmlns:a="http://schemas.openxmlformats.org/drawingml/2006/main"/>
      </p:grpSpPr>
      <p:sp>
        <p:nvSpPr>
          <p:cNvPr id="4" name="Footer Placeholder 2">
            <a:extLst xmlns:a="http://schemas.openxmlformats.org/drawingml/2006/main">
              <a:ext uri="{FF2B5EF4-FFF2-40B4-BE49-F238E27FC236}">
                <a16:creationId xmlns:a16="http://schemas.microsoft.com/office/drawing/2014/main" id="{10EAA6C9-A7F3-19F1-D17C-A1D83FAF55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2" name="Date Placeholder 1">
            <a:extLst xmlns:a="http://schemas.openxmlformats.org/drawingml/2006/main">
              <a:ext uri="{FF2B5EF4-FFF2-40B4-BE49-F238E27FC236}">
                <a16:creationId xmlns:a16="http://schemas.microsoft.com/office/drawing/2014/main" id="{49BC4D82-0182-501C-9231-467676804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3" name="Slide Number Placeholder 3">
            <a:extLst xmlns:a="http://schemas.openxmlformats.org/drawingml/2006/main">
              <a:ext uri="{FF2B5EF4-FFF2-40B4-BE49-F238E27FC236}">
                <a16:creationId xmlns:a16="http://schemas.microsoft.com/office/drawing/2014/main" id="{34EBB816-1B94-116F-92D4-6043AE9E0C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6.xml><?xml version="1.0" encoding="utf-8"?>
<p:sldLayout xmlns:p="http://schemas.openxmlformats.org/presentationml/2006/main" showMasterSp="0" preserve="1">
  <p:cSld name="Conclusion">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BC7433D9-FD02-59E2-0F81-A0B7201D2DA0}"/>
              </a:ext>
            </a:extLst>
          </p:cNvPr>
          <p:cNvSpPr>
            <a:spLocks xmlns:a="http://schemas.openxmlformats.org/drawingml/2006/main" noGrp="1"/>
          </p:cNvSpPr>
          <p:nvPr>
            <p:ph type="title" idx="0"/>
          </p:nvPr>
        </p:nvSpPr>
        <p:spPr>
          <a:xfrm xmlns:a="http://schemas.openxmlformats.org/drawingml/2006/main">
            <a:off x="841248" y="457200"/>
            <a:ext cx="7342307" cy="1133856"/>
          </a:xfrm>
          <a:prstGeom xmlns:a="http://schemas.openxmlformats.org/drawingml/2006/main" prst="rect">
            <a:avLst/>
          </a:prstGeom>
          <a:noFill xmlns:a="http://schemas.openxmlformats.org/drawingml/2006/main"/>
        </p:spPr>
        <p:txBody>
          <a:bodyPr xmlns:a="http://schemas.openxmlformats.org/drawingml/2006/main" anchor="b">
            <a:noAutofit/>
          </a:bodyPr>
          <a:lstStyle xmlns:a="http://schemas.openxmlformats.org/drawingml/2006/main">
            <a:lvl1pPr>
              <a:buNone/>
              <a:defRPr sz="6000">
                <a:solidFill>
                  <a:schemeClr val="tx1"/>
                </a:solidFill>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B17E6B5E-6174-FD5C-41E8-FFC44C650D7E}"/>
              </a:ext>
            </a:extLst>
          </p:cNvPr>
          <p:cNvSpPr>
            <a:spLocks xmlns:a="http://schemas.openxmlformats.org/drawingml/2006/main" noGrp="1"/>
          </p:cNvSpPr>
          <p:nvPr>
            <p:ph type="ftr" idx="11"/>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C7E1FCC9-2D1D-9C6B-8C9A-E3D0A77DBEF0}"/>
              </a:ext>
            </a:extLst>
          </p:cNvPr>
          <p:cNvSpPr>
            <a:spLocks xmlns:a="http://schemas.openxmlformats.org/drawingml/2006/main" noGrp="1"/>
          </p:cNvSpPr>
          <p:nvPr>
            <p:ph idx="13"/>
          </p:nvPr>
        </p:nvSpPr>
        <p:spPr>
          <a:xfrm xmlns:a="http://schemas.openxmlformats.org/drawingml/2006/main">
            <a:off x="841248" y="2624328"/>
            <a:ext cx="10424160" cy="32004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485D1-E172-8F0A-A425-3097B3ABCFB4}"/>
              </a:ext>
            </a:extLst>
          </p:cNvPr>
          <p:cNvSpPr>
            <a:spLocks xmlns:a="http://schemas.openxmlformats.org/drawingml/2006/main" noGrp="1"/>
          </p:cNvSpPr>
          <p:nvPr>
            <p:ph type="dt" idx="10"/>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4BF72154-F85B-E301-DA57-E314D7315916}"/>
              </a:ext>
            </a:extLst>
          </p:cNvPr>
          <p:cNvSpPr>
            <a:spLocks xmlns:a="http://schemas.openxmlformats.org/drawingml/2006/main" noGrp="1"/>
          </p:cNvSpPr>
          <p:nvPr>
            <p:ph type="sldNum" idx="12"/>
          </p:nvPr>
        </p:nvSpPr>
        <p:spPr>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7.xml><?xml version="1.0" encoding="utf-8"?>
<p:sldLayout xmlns:p="http://schemas.openxmlformats.org/presentationml/2006/main" preserve="1">
  <p:cSld name="Conclusion 2">
    <p:spTree>
      <p:nvGrpSpPr>
        <p:cNvPr id="1" name=""/>
        <p:cNvGrpSpPr/>
        <p:nvPr/>
      </p:nvGrpSpPr>
      <p:grpSpPr>
        <a:xfrm xmlns:a="http://schemas.openxmlformats.org/drawingml/2006/main"/>
      </p:grpSpPr>
      <p:sp>
        <p:nvSpPr>
          <p:cNvPr id="6" name="Title 6">
            <a:extLst xmlns:a="http://schemas.openxmlformats.org/drawingml/2006/main">
              <a:ext uri="{FF2B5EF4-FFF2-40B4-BE49-F238E27FC236}">
                <a16:creationId xmlns:a16="http://schemas.microsoft.com/office/drawing/2014/main" id="{CE8CC034-C652-239B-0064-9B0543AC25C5}"/>
              </a:ext>
            </a:extLst>
          </p:cNvPr>
          <p:cNvSpPr>
            <a:spLocks xmlns:a="http://schemas.openxmlformats.org/drawingml/2006/main" noGrp="1"/>
          </p:cNvSpPr>
          <p:nvPr>
            <p:ph type="title" idx="0"/>
          </p:nvPr>
        </p:nvSpPr>
        <p:spPr>
          <a:xfrm xmlns:a="http://schemas.openxmlformats.org/drawingml/2006/main">
            <a:off x="731520" y="365760"/>
            <a:ext cx="10741152" cy="1132258"/>
          </a:xfrm>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5B407A58-3351-E479-1A0C-2FF49FA427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endParaRPr/>
          </a:p>
        </p:txBody>
      </p:sp>
      <p:sp>
        <p:nvSpPr>
          <p:cNvPr id="3" name="Content Placeholder 7">
            <a:extLst xmlns:a="http://schemas.openxmlformats.org/drawingml/2006/main">
              <a:ext uri="{FF2B5EF4-FFF2-40B4-BE49-F238E27FC236}">
                <a16:creationId xmlns:a16="http://schemas.microsoft.com/office/drawing/2014/main" id="{D051F68D-E2E5-C625-0273-281CE6D4939F}"/>
              </a:ext>
            </a:extLst>
          </p:cNvPr>
          <p:cNvSpPr>
            <a:spLocks xmlns:a="http://schemas.openxmlformats.org/drawingml/2006/main" noGrp="1"/>
          </p:cNvSpPr>
          <p:nvPr>
            <p:ph idx="13"/>
          </p:nvPr>
        </p:nvSpPr>
        <p:spPr>
          <a:xfrm xmlns:a="http://schemas.openxmlformats.org/drawingml/2006/main">
            <a:off x="731520" y="2301836"/>
            <a:ext cx="10741150" cy="3921165"/>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AE2DAFA-435E-AAF9-8B67-495E5AFDCD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81789E10-2433-2ECB-9C92-571B583A4C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solidFill>
                  <a:schemeClr val="tx1"/>
                </a:solidFill>
              </a:defRPr>
            </a:lvl1pPr>
          </a:lstStyle>
          <a:p xmlns:a="http://schemas.openxmlformats.org/drawingml/2006/main">
            <a:fld id="vivek_{2BFA7025-7A58-4793-8B01-A6AF2A0E220F}" type="slidenum">
              <a:t>‹#›</a:t>
            </a:fld>
            <a:endParaRPr/>
          </a:p>
        </p:txBody>
      </p:sp>
    </p:spTree>
  </p:cSld>
</p:sldLayout>
</file>

<file path=ppt/slideLayouts/slideLayout58.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6" name="Title 1">
            <a:extLst xmlns:a="http://schemas.openxmlformats.org/drawingml/2006/main">
              <a:ext uri="{FF2B5EF4-FFF2-40B4-BE49-F238E27FC236}">
                <a16:creationId xmlns:a16="http://schemas.microsoft.com/office/drawing/2014/main" id="{5CC01F28-B116-754D-1B2C-BFBCA637691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2" name="Subtitle 2">
            <a:extLst xmlns:a="http://schemas.openxmlformats.org/drawingml/2006/main">
              <a:ext uri="{FF2B5EF4-FFF2-40B4-BE49-F238E27FC236}">
                <a16:creationId xmlns:a16="http://schemas.microsoft.com/office/drawing/2014/main" id="{EB1C38A7-DADF-A4E1-0F32-15498509573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3" name="Date Placeholder 3">
            <a:extLst xmlns:a="http://schemas.openxmlformats.org/drawingml/2006/main">
              <a:ext uri="{FF2B5EF4-FFF2-40B4-BE49-F238E27FC236}">
                <a16:creationId xmlns:a16="http://schemas.microsoft.com/office/drawing/2014/main" id="{33421694-ACB7-93DC-3002-1751C9D366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vivek_{DE66AB1F-7161-4BF0-9AD9-712F3796F124}" type="datetimeFigureOut">
              <a:t>24-10-2026</a:t>
            </a:fld>
            <a:endParaRPr/>
          </a:p>
        </p:txBody>
      </p:sp>
      <p:sp>
        <p:nvSpPr>
          <p:cNvPr id="4" name="Footer Placeholder 4">
            <a:extLst xmlns:a="http://schemas.openxmlformats.org/drawingml/2006/main">
              <a:ext uri="{FF2B5EF4-FFF2-40B4-BE49-F238E27FC236}">
                <a16:creationId xmlns:a16="http://schemas.microsoft.com/office/drawing/2014/main" id="{9D5C56A8-C78A-E9C9-D15D-3F74F9B641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5">
            <a:extLst xmlns:a="http://schemas.openxmlformats.org/drawingml/2006/main">
              <a:ext uri="{FF2B5EF4-FFF2-40B4-BE49-F238E27FC236}">
                <a16:creationId xmlns:a16="http://schemas.microsoft.com/office/drawing/2014/main" id="{C50B2382-018F-2C06-04C6-3A047B6F0C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vivek_{2BFA7025-7A58-4793-8B01-A6AF2A0E220F}" type="slidenum">
              <a:t>‹#›</a:t>
            </a:fld>
            <a:endParaRPr/>
          </a:p>
        </p:txBody>
      </p:sp>
    </p:spTree>
  </p:cSld>
</p:sldLayout>
</file>

<file path=ppt/slideLayouts/slideLayout59.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3" name="Google Shape;11;p2">
            <a:extLst xmlns:a="http://schemas.openxmlformats.org/drawingml/2006/main">
              <a:ext uri="{FF2B5EF4-FFF2-40B4-BE49-F238E27FC236}">
                <a16:creationId xmlns:a16="http://schemas.microsoft.com/office/drawing/2014/main" id="{5DEE4BF3-454B-4478-BD10-529A3FF5D4BC}"/>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2;p2">
            <a:extLst xmlns:a="http://schemas.openxmlformats.org/drawingml/2006/main">
              <a:ext uri="{FF2B5EF4-FFF2-40B4-BE49-F238E27FC236}">
                <a16:creationId xmlns:a16="http://schemas.microsoft.com/office/drawing/2014/main" id="{6EF520D7-B801-47CE-AB5B-EA57E8A9079C}"/>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0.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4" name="Google Shape;15;p4">
            <a:extLst xmlns:a="http://schemas.openxmlformats.org/drawingml/2006/main">
              <a:ext uri="{FF2B5EF4-FFF2-40B4-BE49-F238E27FC236}">
                <a16:creationId xmlns:a16="http://schemas.microsoft.com/office/drawing/2014/main" id="{EB43406E-178D-4515-A3A8-1D5CF43238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16;p4">
            <a:extLst xmlns:a="http://schemas.openxmlformats.org/drawingml/2006/main">
              <a:ext uri="{FF2B5EF4-FFF2-40B4-BE49-F238E27FC236}">
                <a16:creationId xmlns:a16="http://schemas.microsoft.com/office/drawing/2014/main" id="{9961B692-1703-4F17-B46A-179ED77EFF17}"/>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17;p4">
            <a:extLst xmlns:a="http://schemas.openxmlformats.org/drawingml/2006/main">
              <a:ext uri="{FF2B5EF4-FFF2-40B4-BE49-F238E27FC236}">
                <a16:creationId xmlns:a16="http://schemas.microsoft.com/office/drawing/2014/main" id="{7BC46E2E-F9BD-45AE-A703-7B909259E796}"/>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1.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4" name="Google Shape;19;p5">
            <a:extLst xmlns:a="http://schemas.openxmlformats.org/drawingml/2006/main">
              <a:ext uri="{FF2B5EF4-FFF2-40B4-BE49-F238E27FC236}">
                <a16:creationId xmlns:a16="http://schemas.microsoft.com/office/drawing/2014/main" id="{319D6224-9D72-482F-9289-8BAFEE0B557B}"/>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0;p5">
            <a:extLst xmlns:a="http://schemas.openxmlformats.org/drawingml/2006/main">
              <a:ext uri="{FF2B5EF4-FFF2-40B4-BE49-F238E27FC236}">
                <a16:creationId xmlns:a16="http://schemas.microsoft.com/office/drawing/2014/main" id="{8C18ECC0-9468-469A-809D-AA10906DC0C7}"/>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3" name="Google Shape;21;p5">
            <a:extLst xmlns:a="http://schemas.openxmlformats.org/drawingml/2006/main">
              <a:ext uri="{FF2B5EF4-FFF2-40B4-BE49-F238E27FC236}">
                <a16:creationId xmlns:a16="http://schemas.microsoft.com/office/drawing/2014/main" id="{1C98F8AD-1789-426A-A585-0265222420A3}"/>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2.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3" name="Google Shape;23;p6">
            <a:extLst xmlns:a="http://schemas.openxmlformats.org/drawingml/2006/main">
              <a:ext uri="{FF2B5EF4-FFF2-40B4-BE49-F238E27FC236}">
                <a16:creationId xmlns:a16="http://schemas.microsoft.com/office/drawing/2014/main" id="{2813577A-A5AA-4950-B7BB-F36287B58F98}"/>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4;p6">
            <a:extLst xmlns:a="http://schemas.openxmlformats.org/drawingml/2006/main">
              <a:ext uri="{FF2B5EF4-FFF2-40B4-BE49-F238E27FC236}">
                <a16:creationId xmlns:a16="http://schemas.microsoft.com/office/drawing/2014/main" id="{EF87F44C-B93C-483E-9F40-31A4FAAA0AB8}"/>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63.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3" name="Google Shape;26;p7">
            <a:extLst xmlns:a="http://schemas.openxmlformats.org/drawingml/2006/main">
              <a:ext uri="{FF2B5EF4-FFF2-40B4-BE49-F238E27FC236}">
                <a16:creationId xmlns:a16="http://schemas.microsoft.com/office/drawing/2014/main" id="{335D12D3-D742-4028-AEAE-033D30298F66}"/>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 name="Google Shape;27;p7">
            <a:extLst xmlns:a="http://schemas.openxmlformats.org/drawingml/2006/main">
              <a:ext uri="{FF2B5EF4-FFF2-40B4-BE49-F238E27FC236}">
                <a16:creationId xmlns:a16="http://schemas.microsoft.com/office/drawing/2014/main" id="{D323A214-BC7A-461E-A875-D60B5A95FBCE}"/>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e44a841ee845b7" /><Relationship Type="http://schemas.openxmlformats.org/officeDocument/2006/relationships/slideLayout" Target="/ppt/slideLayouts/slideLayout1.xml" Id="R30430e27391c4e56"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a88980947efb4247" /><Relationship Type="http://schemas.openxmlformats.org/officeDocument/2006/relationships/slideLayout" Target="/ppt/slideLayouts/slideLayout2.xml" Id="R3a2e3276bdc94b9a" /><Relationship Type="http://schemas.openxmlformats.org/officeDocument/2006/relationships/slideLayout" Target="/ppt/slideLayouts/slideLayout3.xml" Id="R052ebe07c9e74ed0" /><Relationship Type="http://schemas.openxmlformats.org/officeDocument/2006/relationships/slideLayout" Target="/ppt/slideLayouts/slideLayout4.xml" Id="R36774ab818854fd9" /><Relationship Type="http://schemas.openxmlformats.org/officeDocument/2006/relationships/slideLayout" Target="/ppt/slideLayouts/slideLayout5.xml" Id="Rd48fd6d4991b4977"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4f8e2efde3004d0d" /><Relationship Type="http://schemas.openxmlformats.org/officeDocument/2006/relationships/slideLayout" Target="/ppt/slideLayouts/slideLayout6.xml" Id="R6ebef5f6d5cc4970"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aa715048032045f8" /><Relationship Type="http://schemas.openxmlformats.org/officeDocument/2006/relationships/slideLayout" Target="/ppt/slideLayouts/slideLayout7.xml" Id="R5d65b2944dd74472" /><Relationship Type="http://schemas.openxmlformats.org/officeDocument/2006/relationships/slideLayout" Target="/ppt/slideLayouts/slideLayout8.xml" Id="R391320e9b19c4aea" /><Relationship Type="http://schemas.openxmlformats.org/officeDocument/2006/relationships/slideLayout" Target="/ppt/slideLayouts/slideLayout9.xml" Id="Rb212a676a34f451e" /><Relationship Type="http://schemas.openxmlformats.org/officeDocument/2006/relationships/slideLayout" Target="/ppt/slideLayouts/slideLayout10.xml" Id="Rf07c6b9a3e6a4abe" /></Relationships>
</file>

<file path=ppt/slideMasters/_rels/slideMaster5.xml.rels>&#65279;<?xml version="1.0" encoding="utf-8"?><Relationships xmlns="http://schemas.openxmlformats.org/package/2006/relationships"><Relationship Type="http://schemas.openxmlformats.org/officeDocument/2006/relationships/theme" Target="/ppt/slideMasters/theme/theme6.xml" Id="R78c3db87e7c8454a" /><Relationship Type="http://schemas.openxmlformats.org/officeDocument/2006/relationships/slideLayout" Target="/ppt/slideLayouts/slideLayout11.xml" Id="R43615152768f4025" /></Relationships>
</file>

<file path=ppt/slideMasters/_rels/slideMaster6.xml.rels>&#65279;<?xml version="1.0" encoding="utf-8"?><Relationships xmlns="http://schemas.openxmlformats.org/package/2006/relationships"><Relationship Type="http://schemas.openxmlformats.org/officeDocument/2006/relationships/theme" Target="/ppt/slideMasters/theme/theme7.xml" Id="R41371c328acf4683" /><Relationship Type="http://schemas.openxmlformats.org/officeDocument/2006/relationships/slideLayout" Target="/ppt/slideLayouts/slideLayout12.xml" Id="R8b3861a7b4064686" /><Relationship Type="http://schemas.openxmlformats.org/officeDocument/2006/relationships/slideLayout" Target="/ppt/slideLayouts/slideLayout13.xml" Id="R27c0706b64a94b30" /><Relationship Type="http://schemas.openxmlformats.org/officeDocument/2006/relationships/slideLayout" Target="/ppt/slideLayouts/slideLayout14.xml" Id="Ra0eed6c410744dbf" /><Relationship Type="http://schemas.openxmlformats.org/officeDocument/2006/relationships/slideLayout" Target="/ppt/slideLayouts/slideLayout15.xml" Id="Reb554f7ffeab410c" /></Relationships>
</file>

<file path=ppt/slideMasters/_rels/slideMaster7.xml.rels>&#65279;<?xml version="1.0" encoding="utf-8"?><Relationships xmlns="http://schemas.openxmlformats.org/package/2006/relationships"><Relationship Type="http://schemas.openxmlformats.org/officeDocument/2006/relationships/theme" Target="/ppt/slideMasters/theme/theme8.xml" Id="R14b16c6a4e9947cd" /><Relationship Type="http://schemas.openxmlformats.org/officeDocument/2006/relationships/slideLayout" Target="/ppt/slideLayouts/slideLayout16.xml" Id="R5a1c1028f58c432d" /></Relationships>
</file>

<file path=ppt/slideMasters/_rels/slideMaster8.xml.rels>&#65279;<?xml version="1.0" encoding="utf-8"?><Relationships xmlns="http://schemas.openxmlformats.org/package/2006/relationships"><Relationship Type="http://schemas.openxmlformats.org/officeDocument/2006/relationships/theme" Target="/ppt/slideMasters/theme/theme9.xml" Id="Re3e74ce503804aa5" /><Relationship Type="http://schemas.openxmlformats.org/officeDocument/2006/relationships/slideLayout" Target="/ppt/slideLayouts/slideLayout17.xml" Id="R2ff19814de334207" /><Relationship Type="http://schemas.openxmlformats.org/officeDocument/2006/relationships/slideLayout" Target="/ppt/slideLayouts/slideLayout18.xml" Id="R990892f85b494e73" /><Relationship Type="http://schemas.openxmlformats.org/officeDocument/2006/relationships/slideLayout" Target="/ppt/slideLayouts/slideLayout19.xml" Id="Rfeffe3d6c1124287" /><Relationship Type="http://schemas.openxmlformats.org/officeDocument/2006/relationships/slideLayout" Target="/ppt/slideLayouts/slideLayout20.xml" Id="Rb22acd6ad5eb4dab" /></Relationships>
</file>

<file path=ppt/slideMasters/_rels/slideMaster9.xml.rels>&#65279;<?xml version="1.0" encoding="utf-8"?><Relationships xmlns="http://schemas.openxmlformats.org/package/2006/relationships"><Relationship Type="http://schemas.openxmlformats.org/officeDocument/2006/relationships/theme" Target="/ppt/slideMasters/theme/theme10.xml" Id="R348b802adabb4fed" /><Relationship Type="http://schemas.openxmlformats.org/officeDocument/2006/relationships/slideLayout" Target="/ppt/slideLayouts/slideLayout21.xml" Id="R36ffc4691f9e409c" /></Relationships>
</file>

<file path=ppt/slideMasters/_rels/slideMaster10.xml.rels>&#65279;<?xml version="1.0" encoding="utf-8"?><Relationships xmlns="http://schemas.openxmlformats.org/package/2006/relationships"><Relationship Type="http://schemas.openxmlformats.org/officeDocument/2006/relationships/theme" Target="/ppt/slideMasters/theme/theme11.xml" Id="R5d889ffa01b5499f" /><Relationship Type="http://schemas.openxmlformats.org/officeDocument/2006/relationships/slideLayout" Target="/ppt/slideLayouts/slideLayout22.xml" Id="R812d91de00e041d6" /><Relationship Type="http://schemas.openxmlformats.org/officeDocument/2006/relationships/slideLayout" Target="/ppt/slideLayouts/slideLayout23.xml" Id="R4d3856df403044ba" /><Relationship Type="http://schemas.openxmlformats.org/officeDocument/2006/relationships/slideLayout" Target="/ppt/slideLayouts/slideLayout24.xml" Id="Rfcea8614d6344f00" /><Relationship Type="http://schemas.openxmlformats.org/officeDocument/2006/relationships/slideLayout" Target="/ppt/slideLayouts/slideLayout25.xml" Id="R31b32a7335c14af3" /></Relationships>
</file>

<file path=ppt/slideMasters/_rels/slideMaster11.xml.rels>&#65279;<?xml version="1.0" encoding="utf-8"?><Relationships xmlns="http://schemas.openxmlformats.org/package/2006/relationships"><Relationship Type="http://schemas.openxmlformats.org/officeDocument/2006/relationships/theme" Target="/ppt/slideMasters/theme/theme12.xml" Id="Ra7bbede9a01a4214" /><Relationship Type="http://schemas.openxmlformats.org/officeDocument/2006/relationships/slideLayout" Target="/ppt/slideLayouts/slideLayout26.xml" Id="Rd93bd8aa5a124753" /></Relationships>
</file>

<file path=ppt/slideMasters/_rels/slideMaster12.xml.rels>&#65279;<?xml version="1.0" encoding="utf-8"?><Relationships xmlns="http://schemas.openxmlformats.org/package/2006/relationships"><Relationship Type="http://schemas.openxmlformats.org/officeDocument/2006/relationships/theme" Target="/ppt/slideMasters/theme/theme13.xml" Id="R72b53e7bad35423e" /><Relationship Type="http://schemas.openxmlformats.org/officeDocument/2006/relationships/slideLayout" Target="/ppt/slideLayouts/slideLayout27.xml" Id="Rbde6dfde088b470d" /><Relationship Type="http://schemas.openxmlformats.org/officeDocument/2006/relationships/slideLayout" Target="/ppt/slideLayouts/slideLayout28.xml" Id="R9b3fe7653e7f4d38" /><Relationship Type="http://schemas.openxmlformats.org/officeDocument/2006/relationships/slideLayout" Target="/ppt/slideLayouts/slideLayout29.xml" Id="R56e6d03292504d92" /><Relationship Type="http://schemas.openxmlformats.org/officeDocument/2006/relationships/slideLayout" Target="/ppt/slideLayouts/slideLayout30.xml" Id="R78c5944f941f41a5" /></Relationships>
</file>

<file path=ppt/slideMasters/_rels/slideMaster13.xml.rels>&#65279;<?xml version="1.0" encoding="utf-8"?><Relationships xmlns="http://schemas.openxmlformats.org/package/2006/relationships"><Relationship Type="http://schemas.openxmlformats.org/officeDocument/2006/relationships/theme" Target="/ppt/slideMasters/theme/theme14.xml" Id="R87def96bcf7e4c28" /><Relationship Type="http://schemas.openxmlformats.org/officeDocument/2006/relationships/slideLayout" Target="/ppt/slideLayouts/slideLayout31.xml" Id="Ra42a114227d0414d" /><Relationship Type="http://schemas.openxmlformats.org/officeDocument/2006/relationships/slideLayout" Target="/ppt/slideLayouts/slideLayout32.xml" Id="Ra8121f23088745ad" /><Relationship Type="http://schemas.openxmlformats.org/officeDocument/2006/relationships/slideLayout" Target="/ppt/slideLayouts/slideLayout33.xml" Id="R61f971a28ad44301" /><Relationship Type="http://schemas.openxmlformats.org/officeDocument/2006/relationships/slideLayout" Target="/ppt/slideLayouts/slideLayout34.xml" Id="Rd0e065e909c54aab" /><Relationship Type="http://schemas.openxmlformats.org/officeDocument/2006/relationships/slideLayout" Target="/ppt/slideLayouts/slideLayout35.xml" Id="R1303a04e41594188" /><Relationship Type="http://schemas.openxmlformats.org/officeDocument/2006/relationships/slideLayout" Target="/ppt/slideLayouts/slideLayout36.xml" Id="R508b1c66618d4769" /><Relationship Type="http://schemas.openxmlformats.org/officeDocument/2006/relationships/slideLayout" Target="/ppt/slideLayouts/slideLayout37.xml" Id="R09040b40d9a84927" /><Relationship Type="http://schemas.openxmlformats.org/officeDocument/2006/relationships/slideLayout" Target="/ppt/slideLayouts/slideLayout38.xml" Id="R5d564df7ac894cf5" /><Relationship Type="http://schemas.openxmlformats.org/officeDocument/2006/relationships/slideLayout" Target="/ppt/slideLayouts/slideLayout39.xml" Id="Raca7e0d1a543427e" /><Relationship Type="http://schemas.openxmlformats.org/officeDocument/2006/relationships/slideLayout" Target="/ppt/slideLayouts/slideLayout40.xml" Id="R1e2d8aa82f1e4b8b" /><Relationship Type="http://schemas.openxmlformats.org/officeDocument/2006/relationships/slideLayout" Target="/ppt/slideLayouts/slideLayout41.xml" Id="R328c7eadf6f44a57" /><Relationship Type="http://schemas.openxmlformats.org/officeDocument/2006/relationships/slideLayout" Target="/ppt/slideLayouts/slideLayout42.xml" Id="Rc190bf625b114463" /><Relationship Type="http://schemas.openxmlformats.org/officeDocument/2006/relationships/slideLayout" Target="/ppt/slideLayouts/slideLayout43.xml" Id="R363c3f9d55714b14" /><Relationship Type="http://schemas.openxmlformats.org/officeDocument/2006/relationships/slideLayout" Target="/ppt/slideLayouts/slideLayout44.xml" Id="R530d7ded5fba4d38" /><Relationship Type="http://schemas.openxmlformats.org/officeDocument/2006/relationships/slideLayout" Target="/ppt/slideLayouts/slideLayout45.xml" Id="R334e7975fb6a496a" /><Relationship Type="http://schemas.openxmlformats.org/officeDocument/2006/relationships/slideLayout" Target="/ppt/slideLayouts/slideLayout46.xml" Id="R241415d28eb14420" /><Relationship Type="http://schemas.openxmlformats.org/officeDocument/2006/relationships/slideLayout" Target="/ppt/slideLayouts/slideLayout47.xml" Id="Rbc64b84aad7c4dc3" /><Relationship Type="http://schemas.openxmlformats.org/officeDocument/2006/relationships/slideLayout" Target="/ppt/slideLayouts/slideLayout48.xml" Id="R14d48a0e7d7c4a24" /><Relationship Type="http://schemas.openxmlformats.org/officeDocument/2006/relationships/slideLayout" Target="/ppt/slideLayouts/slideLayout49.xml" Id="R6a137f4a414e45a4" /><Relationship Type="http://schemas.openxmlformats.org/officeDocument/2006/relationships/slideLayout" Target="/ppt/slideLayouts/slideLayout50.xml" Id="Rb64f570788b54794" /><Relationship Type="http://schemas.openxmlformats.org/officeDocument/2006/relationships/slideLayout" Target="/ppt/slideLayouts/slideLayout51.xml" Id="Rc512b0c572b54dac" /><Relationship Type="http://schemas.openxmlformats.org/officeDocument/2006/relationships/slideLayout" Target="/ppt/slideLayouts/slideLayout52.xml" Id="R43322d762f274130" /><Relationship Type="http://schemas.openxmlformats.org/officeDocument/2006/relationships/slideLayout" Target="/ppt/slideLayouts/slideLayout53.xml" Id="R7ca4d21d7b3f41fa" /><Relationship Type="http://schemas.openxmlformats.org/officeDocument/2006/relationships/slideLayout" Target="/ppt/slideLayouts/slideLayout54.xml" Id="Re40133f5a8b94d62" /><Relationship Type="http://schemas.openxmlformats.org/officeDocument/2006/relationships/slideLayout" Target="/ppt/slideLayouts/slideLayout55.xml" Id="R5b0ae10e05e94671" /><Relationship Type="http://schemas.openxmlformats.org/officeDocument/2006/relationships/slideLayout" Target="/ppt/slideLayouts/slideLayout56.xml" Id="R529b5ecb6b8b4858" /><Relationship Type="http://schemas.openxmlformats.org/officeDocument/2006/relationships/slideLayout" Target="/ppt/slideLayouts/slideLayout57.xml" Id="R35a6ff5c5688433f" /><Relationship Type="http://schemas.openxmlformats.org/officeDocument/2006/relationships/slideLayout" Target="/ppt/slideLayouts/slideLayout58.xml" Id="R6d99d46345254f28" /></Relationships>
</file>

<file path=ppt/slideMasters/_rels/slideMaster14.xml.rels>&#65279;<?xml version="1.0" encoding="utf-8"?><Relationships xmlns="http://schemas.openxmlformats.org/package/2006/relationships"><Relationship Type="http://schemas.openxmlformats.org/officeDocument/2006/relationships/theme" Target="/ppt/slideMasters/theme/theme15.xml" Id="Rf931dfa399164a3e" /><Relationship Type="http://schemas.openxmlformats.org/officeDocument/2006/relationships/slideLayout" Target="/ppt/slideLayouts/slideLayout59.xml" Id="Ra8530b99e05d4d6e" /></Relationships>
</file>

<file path=ppt/slideMasters/_rels/slideMaster15.xml.rels>&#65279;<?xml version="1.0" encoding="utf-8"?><Relationships xmlns="http://schemas.openxmlformats.org/package/2006/relationships"><Relationship Type="http://schemas.openxmlformats.org/officeDocument/2006/relationships/theme" Target="/ppt/slideMasters/theme/theme16.xml" Id="Rd84fd2b84569423a" /><Relationship Type="http://schemas.openxmlformats.org/officeDocument/2006/relationships/slideLayout" Target="/ppt/slideLayouts/slideLayout60.xml" Id="R9b030feeb7254545" /><Relationship Type="http://schemas.openxmlformats.org/officeDocument/2006/relationships/slideLayout" Target="/ppt/slideLayouts/slideLayout61.xml" Id="R619be8c34ae64524" /><Relationship Type="http://schemas.openxmlformats.org/officeDocument/2006/relationships/slideLayout" Target="/ppt/slideLayouts/slideLayout62.xml" Id="Rfe4a2abff07f4a15" /><Relationship Type="http://schemas.openxmlformats.org/officeDocument/2006/relationships/slideLayout" Target="/ppt/slideLayouts/slideLayout63.xml" Id="R366ecb17c147457d"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0430e27391c4e56"/>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1" r:id="R3a2e3276bdc94b9a"/>
    <p:sldLayoutId xmlns:r="http://schemas.openxmlformats.org/officeDocument/2006/relationships" id="2147483652" r:id="R052ebe07c9e74ed0"/>
    <p:sldLayoutId xmlns:r="http://schemas.openxmlformats.org/officeDocument/2006/relationships" id="2147483653" r:id="R36774ab818854fd9"/>
    <p:sldLayoutId xmlns:r="http://schemas.openxmlformats.org/officeDocument/2006/relationships" id="2147483654" r:id="Rd48fd6d4991b497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3.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6" r:id="R6ebef5f6d5cc497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4.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8" r:id="R5d65b2944dd74472"/>
    <p:sldLayoutId xmlns:r="http://schemas.openxmlformats.org/officeDocument/2006/relationships" id="2147483659" r:id="R391320e9b19c4aea"/>
    <p:sldLayoutId xmlns:r="http://schemas.openxmlformats.org/officeDocument/2006/relationships" id="2147483660" r:id="Rb212a676a34f451e"/>
    <p:sldLayoutId xmlns:r="http://schemas.openxmlformats.org/officeDocument/2006/relationships" id="2147483661" r:id="Rf07c6b9a3e6a4ab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5.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3" r:id="R43615152768f402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6.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65" r:id="R8b3861a7b4064686"/>
    <p:sldLayoutId xmlns:r="http://schemas.openxmlformats.org/officeDocument/2006/relationships" id="2147483666" r:id="R27c0706b64a94b30"/>
    <p:sldLayoutId xmlns:r="http://schemas.openxmlformats.org/officeDocument/2006/relationships" id="2147483667" r:id="Ra0eed6c410744dbf"/>
    <p:sldLayoutId xmlns:r="http://schemas.openxmlformats.org/officeDocument/2006/relationships" id="2147483668" r:id="Reb554f7ffeab410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7.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0" r:id="R5a1c1028f58c432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8.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2" r:id="R2ff19814de334207"/>
    <p:sldLayoutId xmlns:r="http://schemas.openxmlformats.org/officeDocument/2006/relationships" id="2147483673" r:id="R990892f85b494e73"/>
    <p:sldLayoutId xmlns:r="http://schemas.openxmlformats.org/officeDocument/2006/relationships" id="2147483674" r:id="Rfeffe3d6c1124287"/>
    <p:sldLayoutId xmlns:r="http://schemas.openxmlformats.org/officeDocument/2006/relationships" id="2147483675" r:id="Rb22acd6ad5eb4da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9.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7" r:id="R36ffc4691f9e409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0.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79" r:id="R812d91de00e041d6"/>
    <p:sldLayoutId xmlns:r="http://schemas.openxmlformats.org/officeDocument/2006/relationships" id="2147483680" r:id="R4d3856df403044ba"/>
    <p:sldLayoutId xmlns:r="http://schemas.openxmlformats.org/officeDocument/2006/relationships" id="2147483681" r:id="Rfcea8614d6344f00"/>
    <p:sldLayoutId xmlns:r="http://schemas.openxmlformats.org/officeDocument/2006/relationships" id="2147483682" r:id="R31b32a7335c14af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84" r:id="Rd93bd8aa5a124753"/>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86" r:id="Rbde6dfde088b470d"/>
    <p:sldLayoutId xmlns:r="http://schemas.openxmlformats.org/officeDocument/2006/relationships" id="2147483687" r:id="R9b3fe7653e7f4d38"/>
    <p:sldLayoutId xmlns:r="http://schemas.openxmlformats.org/officeDocument/2006/relationships" id="2147483688" r:id="R56e6d03292504d92"/>
    <p:sldLayoutId xmlns:r="http://schemas.openxmlformats.org/officeDocument/2006/relationships" id="2147483689" r:id="R78c5944f941f41a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3.xml><?xml version="1.0" encoding="utf-8"?>
<p:sldMaster xmlns:p="http://schemas.openxmlformats.org/presentationml/2006/main">
  <p:cSld>
    <p:bg>
      <p:bgRef idx="1001">
        <a:schemeClr xmlns:a="http://schemas.openxmlformats.org/drawingml/2006/main" val="bg2"/>
      </p:bgRef>
    </p:bg>
    <p:spTree>
      <p:nvGrpSpPr>
        <p:cNvPr id="1" name=""/>
        <p:cNvGrpSpPr/>
        <p:nvPr/>
      </p:nvGrpSpPr>
      <p:grpSpPr>
        <a:xfrm xmlns:a="http://schemas.openxmlformats.org/drawingml/2006/main"/>
      </p:grpSpPr>
      <p:sp>
        <p:nvSpPr>
          <p:cNvPr id="7" name="Title Placeholder 1">
            <a:extLst xmlns:a="http://schemas.openxmlformats.org/drawingml/2006/main">
              <a:ext uri="{FF2B5EF4-FFF2-40B4-BE49-F238E27FC236}">
                <a16:creationId xmlns:a16="http://schemas.microsoft.com/office/drawing/2014/main" id="{3D476A66-BE83-43F9-A28B-02DF7879AD52}"/>
              </a:ext>
            </a:extLst>
          </p:cNvPr>
          <p:cNvSpPr>
            <a:spLocks xmlns:a="http://schemas.openxmlformats.org/drawingml/2006/main" noGrp="1"/>
          </p:cNvSpPr>
          <p:nvPr>
            <p:ph type="title" idx="0"/>
          </p:nvPr>
        </p:nvSpPr>
        <p:spPr>
          <a:xfrm xmlns:a="http://schemas.openxmlformats.org/drawingml/2006/main">
            <a:off x="838200" y="584990"/>
            <a:ext cx="10515600" cy="1116811"/>
          </a:xfrm>
          <a:prstGeom xmlns:a="http://schemas.openxmlformats.org/drawingml/2006/main" prst="rect">
            <a:avLst/>
          </a:prstGeom>
        </p:spPr>
        <p:txBody>
          <a:bodyPr xmlns:a="http://schemas.openxmlformats.org/drawingml/2006/main" vert="horz" lIns="91440" tIns="45720" rIns="91440" bIns="45720" anchor="b">
            <a:normAutofit/>
          </a:bodyPr>
          <a:lstStyle xmlns:a="http://schemas.openxmlformats.org/drawingml/2006/main"/>
          <a:p xmlns:a="http://schemas.openxmlformats.org/drawingml/2006/main">
            <a:r>
              <a:t>Click to edit Master title style</a:t>
            </a:r>
          </a:p>
        </p:txBody>
      </p:sp>
      <p:sp>
        <p:nvSpPr>
          <p:cNvPr id="2" name="Footer Placeholder 4">
            <a:extLst xmlns:a="http://schemas.openxmlformats.org/drawingml/2006/main">
              <a:ext uri="{FF2B5EF4-FFF2-40B4-BE49-F238E27FC236}">
                <a16:creationId xmlns:a16="http://schemas.microsoft.com/office/drawing/2014/main" id="{0DACB382-EE11-430D-941A-DB76EEB7F2D5}"/>
              </a:ext>
            </a:extLst>
          </p:cNvPr>
          <p:cNvSpPr>
            <a:spLocks xmlns:a="http://schemas.openxmlformats.org/drawingml/2006/main" noGrp="1"/>
          </p:cNvSpPr>
          <p:nvPr>
            <p:ph type="ftr" idx="3"/>
          </p:nvPr>
        </p:nvSpPr>
        <p:spPr>
          <a:xfrm xmlns:a="http://schemas.openxmlformats.org/drawingml/2006/main" rot="16200000" flipH="1">
            <a:off x="-1131161" y="1592957"/>
            <a:ext cx="297352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endParaRPr/>
          </a:p>
        </p:txBody>
      </p:sp>
      <p:sp>
        <p:nvSpPr>
          <p:cNvPr id="3" name="Text Placeholder 2">
            <a:extLst xmlns:a="http://schemas.openxmlformats.org/drawingml/2006/main">
              <a:ext uri="{FF2B5EF4-FFF2-40B4-BE49-F238E27FC236}">
                <a16:creationId xmlns:a16="http://schemas.microsoft.com/office/drawing/2014/main" id="{19D76E94-F276-4F0F-8DD9-B1F8A3198AE1}"/>
              </a:ext>
            </a:extLst>
          </p:cNvPr>
          <p:cNvSpPr>
            <a:spLocks xmlns:a="http://schemas.openxmlformats.org/drawingml/2006/main" noGrp="1"/>
          </p:cNvSpPr>
          <p:nvPr>
            <p:ph type="body" idx="1"/>
          </p:nvPr>
        </p:nvSpPr>
        <p:spPr>
          <a:xfrm xmlns:a="http://schemas.openxmlformats.org/drawingml/2006/main">
            <a:off x="838200" y="2061469"/>
            <a:ext cx="10515600" cy="4114801"/>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4AD964E-3A2E-4DB9-B96A-EDE144A47BDC}"/>
              </a:ext>
            </a:extLst>
          </p:cNvPr>
          <p:cNvSpPr>
            <a:spLocks xmlns:a="http://schemas.openxmlformats.org/drawingml/2006/main" noGrp="1"/>
          </p:cNvSpPr>
          <p:nvPr>
            <p:ph type="dt" idx="2"/>
          </p:nvPr>
        </p:nvSpPr>
        <p:spPr>
          <a:xfrm xmlns:a="http://schemas.openxmlformats.org/drawingml/2006/main" rot="5400000">
            <a:off x="10425981" y="4687095"/>
            <a:ext cx="270669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000">
                <a:solidFill>
                  <a:schemeClr val="tx1"/>
                </a:solidFill>
              </a:defRPr>
            </a:lvl1pPr>
          </a:lstStyle>
          <a:p xmlns:a="http://schemas.openxmlformats.org/drawingml/2006/main">
            <a:fld id="vivek_{DE66AB1F-7161-4BF0-9AD9-712F3796F124}" type="datetimeFigureOut">
              <a:t>24-10-2026</a:t>
            </a:fld>
            <a:endParaRPr/>
          </a:p>
        </p:txBody>
      </p:sp>
      <p:sp>
        <p:nvSpPr>
          <p:cNvPr id="5" name="Slide Number Placeholder 5">
            <a:extLst xmlns:a="http://schemas.openxmlformats.org/drawingml/2006/main">
              <a:ext uri="{FF2B5EF4-FFF2-40B4-BE49-F238E27FC236}">
                <a16:creationId xmlns:a16="http://schemas.microsoft.com/office/drawing/2014/main" id="{A3C562FE-ACD1-43F2-A3DE-5B11E10B7EA5}"/>
              </a:ext>
            </a:extLst>
          </p:cNvPr>
          <p:cNvSpPr>
            <a:spLocks xmlns:a="http://schemas.openxmlformats.org/drawingml/2006/main" noGrp="1"/>
          </p:cNvSpPr>
          <p:nvPr>
            <p:ph type="sldNum" idx="4"/>
          </p:nvPr>
        </p:nvSpPr>
        <p:spPr>
          <a:xfrm xmlns:a="http://schemas.openxmlformats.org/drawingml/2006/main">
            <a:off x="11512296" y="6356350"/>
            <a:ext cx="57462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000">
                <a:solidFill>
                  <a:schemeClr val="tx1"/>
                </a:solidFill>
              </a:defRPr>
            </a:lvl1pPr>
          </a:lstStyle>
          <a:p xmlns:a="http://schemas.openxmlformats.org/drawingml/2006/main">
            <a:fld id="vivek_{2BFA7025-7A58-4793-8B01-A6AF2A0E220F}" type="slidenum">
              <a:t>‹#›</a:t>
            </a:fld>
            <a:endParaRPr/>
          </a:p>
        </p:txBody>
      </p:sp>
      <p:sp>
        <p:nvSpPr>
          <p:cNvPr id="6" name="Straight Connector 12">
            <a:extLst xmlns:a="http://schemas.openxmlformats.org/drawingml/2006/main">
              <a:ext uri="{FF2B5EF4-FFF2-40B4-BE49-F238E27FC236}">
                <a16:creationId xmlns:a16="http://schemas.microsoft.com/office/drawing/2014/main" id="{9C81D50F-7B2C-46AD-8E3F-6847471B38B5}"/>
              </a:ext>
            </a:extLst>
          </p:cNvPr>
          <p:cNvSpPr>
            <a:spLocks xmlns:a="http://schemas.openxmlformats.org/drawingml/2006/main" noGrp="1"/>
          </p:cNvSpPr>
          <p:nvPr/>
        </p:nvSpPr>
        <p:spPr>
          <a:xfrm xmlns:a="http://schemas.openxmlformats.org/drawingml/2006/main" flipH="1">
            <a:off x="4" y="1824111"/>
            <a:ext cx="12191996" cy="0"/>
          </a:xfrm>
          <a:prstGeom xmlns:a="http://schemas.openxmlformats.org/drawingml/2006/main" prst="line">
            <a:avLst/>
          </a:prstGeom>
          <a:ln xmlns:a="http://schemas.openxmlformats.org/drawingml/2006/main">
            <a:solidFill>
              <a:schemeClr val="tx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clrMap bg1="lt1" tx1="dk1" bg2="lt2" tx2="dk2" accent1="accent1" accent2="accent2" accent3="accent3" accent4="accent4" accent5="accent5" accent6="accent6" hlink="hlink" folHlink="folHlink"/>
  <p:sldLayoutIdLst>
    <p:sldLayoutId xmlns:r="http://schemas.openxmlformats.org/officeDocument/2006/relationships" id="2147483691" r:id="Ra42a114227d0414d"/>
    <p:sldLayoutId xmlns:r="http://schemas.openxmlformats.org/officeDocument/2006/relationships" id="2147483692" r:id="Ra8121f23088745ad"/>
    <p:sldLayoutId xmlns:r="http://schemas.openxmlformats.org/officeDocument/2006/relationships" id="2147483693" r:id="R61f971a28ad44301"/>
    <p:sldLayoutId xmlns:r="http://schemas.openxmlformats.org/officeDocument/2006/relationships" id="2147483694" r:id="Rd0e065e909c54aab"/>
    <p:sldLayoutId xmlns:r="http://schemas.openxmlformats.org/officeDocument/2006/relationships" id="2147483695" r:id="R1303a04e41594188"/>
    <p:sldLayoutId xmlns:r="http://schemas.openxmlformats.org/officeDocument/2006/relationships" id="2147483696" r:id="R508b1c66618d4769"/>
    <p:sldLayoutId xmlns:r="http://schemas.openxmlformats.org/officeDocument/2006/relationships" id="2147483697" r:id="R09040b40d9a84927"/>
    <p:sldLayoutId xmlns:r="http://schemas.openxmlformats.org/officeDocument/2006/relationships" id="2147483698" r:id="R5d564df7ac894cf5"/>
    <p:sldLayoutId xmlns:r="http://schemas.openxmlformats.org/officeDocument/2006/relationships" id="2147483699" r:id="Raca7e0d1a543427e"/>
    <p:sldLayoutId xmlns:r="http://schemas.openxmlformats.org/officeDocument/2006/relationships" id="2147483700" r:id="R1e2d8aa82f1e4b8b"/>
    <p:sldLayoutId xmlns:r="http://schemas.openxmlformats.org/officeDocument/2006/relationships" id="2147483701" r:id="R328c7eadf6f44a57"/>
    <p:sldLayoutId xmlns:r="http://schemas.openxmlformats.org/officeDocument/2006/relationships" id="2147483702" r:id="Rc190bf625b114463"/>
    <p:sldLayoutId xmlns:r="http://schemas.openxmlformats.org/officeDocument/2006/relationships" id="2147483703" r:id="R363c3f9d55714b14"/>
    <p:sldLayoutId xmlns:r="http://schemas.openxmlformats.org/officeDocument/2006/relationships" id="2147483704" r:id="R530d7ded5fba4d38"/>
    <p:sldLayoutId xmlns:r="http://schemas.openxmlformats.org/officeDocument/2006/relationships" id="2147483705" r:id="R334e7975fb6a496a"/>
    <p:sldLayoutId xmlns:r="http://schemas.openxmlformats.org/officeDocument/2006/relationships" id="2147483706" r:id="R241415d28eb14420"/>
    <p:sldLayoutId xmlns:r="http://schemas.openxmlformats.org/officeDocument/2006/relationships" id="2147483707" r:id="Rbc64b84aad7c4dc3"/>
    <p:sldLayoutId xmlns:r="http://schemas.openxmlformats.org/officeDocument/2006/relationships" id="2147483708" r:id="R14d48a0e7d7c4a24"/>
    <p:sldLayoutId xmlns:r="http://schemas.openxmlformats.org/officeDocument/2006/relationships" id="2147483709" r:id="R6a137f4a414e45a4"/>
    <p:sldLayoutId xmlns:r="http://schemas.openxmlformats.org/officeDocument/2006/relationships" id="2147483710" r:id="Rb64f570788b54794"/>
    <p:sldLayoutId xmlns:r="http://schemas.openxmlformats.org/officeDocument/2006/relationships" id="2147483711" r:id="Rc512b0c572b54dac"/>
    <p:sldLayoutId xmlns:r="http://schemas.openxmlformats.org/officeDocument/2006/relationships" id="2147483712" r:id="R43322d762f274130"/>
    <p:sldLayoutId xmlns:r="http://schemas.openxmlformats.org/officeDocument/2006/relationships" id="2147483713" r:id="R7ca4d21d7b3f41fa"/>
    <p:sldLayoutId xmlns:r="http://schemas.openxmlformats.org/officeDocument/2006/relationships" id="2147483714" r:id="Re40133f5a8b94d62"/>
    <p:sldLayoutId xmlns:r="http://schemas.openxmlformats.org/officeDocument/2006/relationships" id="2147483715" r:id="R5b0ae10e05e94671"/>
    <p:sldLayoutId xmlns:r="http://schemas.openxmlformats.org/officeDocument/2006/relationships" id="2147483716" r:id="R529b5ecb6b8b4858"/>
    <p:sldLayoutId xmlns:r="http://schemas.openxmlformats.org/officeDocument/2006/relationships" id="2147483717" r:id="R35a6ff5c5688433f"/>
    <p:sldLayoutId xmlns:r="http://schemas.openxmlformats.org/officeDocument/2006/relationships" id="2147483718" r:id="R6d99d46345254f28"/>
  </p:sldLayoutIdLst>
  <p:txStyles>
    <p:titleStyle>
      <a:lvl1pPr xmlns:a="http://schemas.openxmlformats.org/drawingml/2006/main" algn="l" defTabSz="914400">
        <a:lnSpc>
          <a:spcPct val="90000"/>
        </a:lnSpc>
        <a:spcBef>
          <a:spcPct val="0"/>
        </a:spcBef>
        <a:buNone/>
        <a:defRPr sz="4400" kern="1200" cap="all" baseline="0">
          <a:solidFill>
            <a:schemeClr val="tx1"/>
          </a:solidFill>
          <a:latin typeface="Manrope"/>
          <a:ea typeface="Manrope"/>
          <a:cs typeface="Manrope"/>
        </a:defRPr>
      </a:lvl1pPr>
    </p:titleStyle>
    <p:bodyStyle>
      <a:lvl1pPr xmlns:a="http://schemas.openxmlformats.org/drawingml/2006/main" marL="0" indent="0" algn="l" defTabSz="914400">
        <a:lnSpc>
          <a:spcPct val="110000"/>
        </a:lnSpc>
        <a:spcBef>
          <a:spcPts val="1000"/>
        </a:spcBef>
        <a:buSzPct val="80000"/>
        <a:buFont typeface="Arial"/>
        <a:buNone/>
        <a:defRPr sz="1800" kern="1200">
          <a:solidFill>
            <a:schemeClr val="tx1"/>
          </a:solidFill>
          <a:latin typeface="Manrope"/>
          <a:ea typeface="Manrope"/>
          <a:cs typeface="Manrope"/>
        </a:defRPr>
      </a:lvl1pPr>
      <a:lvl2pPr xmlns:a="http://schemas.openxmlformats.org/drawingml/2006/main" marL="502920" indent="-228600" algn="l" defTabSz="914400">
        <a:lnSpc>
          <a:spcPct val="110000"/>
        </a:lnSpc>
        <a:spcBef>
          <a:spcPts val="500"/>
        </a:spcBef>
        <a:buSzPct val="80000"/>
        <a:buFont typeface="Goudy Old Style"/>
        <a:buChar char="–"/>
        <a:defRPr sz="1600" i="1" kern="1200">
          <a:solidFill>
            <a:schemeClr val="tx1"/>
          </a:solidFill>
          <a:latin typeface="Manrope"/>
          <a:ea typeface="Manrope"/>
          <a:cs typeface="Manrope"/>
        </a:defRPr>
      </a:lvl2pPr>
      <a:lvl3pPr xmlns:a="http://schemas.openxmlformats.org/drawingml/2006/main" marL="822960" indent="-228600" algn="l" defTabSz="914400">
        <a:lnSpc>
          <a:spcPct val="110000"/>
        </a:lnSpc>
        <a:spcBef>
          <a:spcPts val="500"/>
        </a:spcBef>
        <a:buSzPct val="80000"/>
        <a:buFont typeface="Arial"/>
        <a:buChar char="•"/>
        <a:defRPr sz="1400" kern="1200">
          <a:solidFill>
            <a:schemeClr val="tx1"/>
          </a:solidFill>
          <a:latin typeface="Manrope"/>
          <a:ea typeface="Manrope"/>
          <a:cs typeface="Manrope"/>
        </a:defRPr>
      </a:lvl3pPr>
      <a:lvl4pPr xmlns:a="http://schemas.openxmlformats.org/drawingml/2006/main" marL="1097280" indent="-228600" algn="l" defTabSz="914400">
        <a:lnSpc>
          <a:spcPct val="110000"/>
        </a:lnSpc>
        <a:spcBef>
          <a:spcPts val="500"/>
        </a:spcBef>
        <a:buSzPct val="80000"/>
        <a:buFont typeface="Goudy Old Style"/>
        <a:buChar char="–"/>
        <a:defRPr sz="1400" i="1" kern="1200">
          <a:solidFill>
            <a:schemeClr val="tx1"/>
          </a:solidFill>
          <a:latin typeface="Manrope"/>
          <a:ea typeface="Manrope"/>
          <a:cs typeface="Manrope"/>
        </a:defRPr>
      </a:lvl4pPr>
      <a:lvl5pPr xmlns:a="http://schemas.openxmlformats.org/drawingml/2006/main" marL="1371600" indent="-228600" algn="l" defTabSz="914400">
        <a:lnSpc>
          <a:spcPct val="110000"/>
        </a:lnSpc>
        <a:spcBef>
          <a:spcPts val="500"/>
        </a:spcBef>
        <a:buSzPct val="80000"/>
        <a:buFont typeface="Arial"/>
        <a:buChar char="•"/>
        <a:defRPr sz="1400" kern="1200">
          <a:solidFill>
            <a:schemeClr val="tx1"/>
          </a:solidFill>
          <a:latin typeface="Manrope"/>
          <a:ea typeface="Manrope"/>
          <a:cs typeface="Manrope"/>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anrope"/>
          <a:ea typeface="Manrope"/>
          <a:cs typeface="Manrope"/>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anrope"/>
          <a:ea typeface="Manrope"/>
          <a:cs typeface="Manrope"/>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anrope"/>
          <a:ea typeface="Manrope"/>
          <a:cs typeface="Manrope"/>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anrope"/>
          <a:ea typeface="Manrope"/>
          <a:cs typeface="Manrope"/>
        </a:defRPr>
      </a:lvl9pPr>
    </p:bodyStyle>
    <p:otherStyle>
      <a:lvl1pPr xmlns:a="http://schemas.openxmlformats.org/drawingml/2006/main" marL="0" algn="l" defTabSz="914400">
        <a:buNone/>
        <a:defRPr sz="1800" kern="1200">
          <a:solidFill>
            <a:schemeClr val="tx1"/>
          </a:solidFill>
          <a:latin typeface="Manrope"/>
          <a:ea typeface="Manrope"/>
          <a:cs typeface="Manrope"/>
        </a:defRPr>
      </a:lvl1pPr>
      <a:lvl2pPr xmlns:a="http://schemas.openxmlformats.org/drawingml/2006/main" marL="457200" algn="l" defTabSz="914400">
        <a:buNone/>
        <a:defRPr sz="1800" kern="1200">
          <a:solidFill>
            <a:schemeClr val="tx1"/>
          </a:solidFill>
          <a:latin typeface="Manrope"/>
          <a:ea typeface="Manrope"/>
          <a:cs typeface="Manrope"/>
        </a:defRPr>
      </a:lvl2pPr>
      <a:lvl3pPr xmlns:a="http://schemas.openxmlformats.org/drawingml/2006/main" marL="914400" algn="l" defTabSz="914400">
        <a:buNone/>
        <a:defRPr sz="1800" kern="1200">
          <a:solidFill>
            <a:schemeClr val="tx1"/>
          </a:solidFill>
          <a:latin typeface="Manrope"/>
          <a:ea typeface="Manrope"/>
          <a:cs typeface="Manrope"/>
        </a:defRPr>
      </a:lvl3pPr>
      <a:lvl4pPr xmlns:a="http://schemas.openxmlformats.org/drawingml/2006/main" marL="1371600" algn="l" defTabSz="914400">
        <a:buNone/>
        <a:defRPr sz="1800" kern="1200">
          <a:solidFill>
            <a:schemeClr val="tx1"/>
          </a:solidFill>
          <a:latin typeface="Manrope"/>
          <a:ea typeface="Manrope"/>
          <a:cs typeface="Manrope"/>
        </a:defRPr>
      </a:lvl4pPr>
      <a:lvl5pPr xmlns:a="http://schemas.openxmlformats.org/drawingml/2006/main" marL="1828800" algn="l" defTabSz="914400">
        <a:buNone/>
        <a:defRPr sz="1800" kern="1200">
          <a:solidFill>
            <a:schemeClr val="tx1"/>
          </a:solidFill>
          <a:latin typeface="Manrope"/>
          <a:ea typeface="Manrope"/>
          <a:cs typeface="Manrope"/>
        </a:defRPr>
      </a:lvl5pPr>
      <a:lvl6pPr xmlns:a="http://schemas.openxmlformats.org/drawingml/2006/main" marL="2286000" algn="l" defTabSz="914400">
        <a:buNone/>
        <a:defRPr sz="1800" kern="1200">
          <a:solidFill>
            <a:schemeClr val="tx1"/>
          </a:solidFill>
          <a:latin typeface="Manrope"/>
          <a:ea typeface="Manrope"/>
          <a:cs typeface="Manrope"/>
        </a:defRPr>
      </a:lvl6pPr>
      <a:lvl7pPr xmlns:a="http://schemas.openxmlformats.org/drawingml/2006/main" marL="2743200" algn="l" defTabSz="914400">
        <a:buNone/>
        <a:defRPr sz="1800" kern="1200">
          <a:solidFill>
            <a:schemeClr val="tx1"/>
          </a:solidFill>
          <a:latin typeface="Manrope"/>
          <a:ea typeface="Manrope"/>
          <a:cs typeface="Manrope"/>
        </a:defRPr>
      </a:lvl7pPr>
      <a:lvl8pPr xmlns:a="http://schemas.openxmlformats.org/drawingml/2006/main" marL="3200400" algn="l" defTabSz="914400">
        <a:buNone/>
        <a:defRPr sz="1800" kern="1200">
          <a:solidFill>
            <a:schemeClr val="tx1"/>
          </a:solidFill>
          <a:latin typeface="Manrope"/>
          <a:ea typeface="Manrope"/>
          <a:cs typeface="Manrope"/>
        </a:defRPr>
      </a:lvl8pPr>
      <a:lvl9pPr xmlns:a="http://schemas.openxmlformats.org/drawingml/2006/main" marL="3657600" algn="l" defTabSz="914400">
        <a:buNone/>
        <a:defRPr sz="1800" kern="1200">
          <a:solidFill>
            <a:schemeClr val="tx1"/>
          </a:solidFill>
          <a:latin typeface="Manrope"/>
          <a:ea typeface="Manrope"/>
          <a:cs typeface="Manrope"/>
        </a:defRPr>
      </a:lvl9pPr>
    </p:otherStyle>
  </p:txStyles>
  <p:extLst>
    <p:ext uri="{27BBF7A9-308A-43DC-89C8-2F10F3537804}">
      <p15:sldGuideLst xmlns:p15="http://schemas.microsoft.com/office/powerpoint/2012/main">
        <p15:guide id="1" orient="horz" pos="528">
          <p15:clr>
            <a:srgbClr xmlns:a="http://schemas.openxmlformats.org/drawingml/2006/main" val="F26B43"/>
          </p15:clr>
        </p15:guide>
        <p15:guide id="2" pos="528">
          <p15:clr>
            <a:srgbClr xmlns:a="http://schemas.openxmlformats.org/drawingml/2006/main" val="F26B43"/>
          </p15:clr>
        </p15:guide>
        <p15:guide id="3" orient="horz" pos="3792">
          <p15:clr>
            <a:srgbClr xmlns:a="http://schemas.openxmlformats.org/drawingml/2006/main" val="F26B43"/>
          </p15:clr>
        </p15:guide>
        <p15:guide id="4" pos="7152">
          <p15:clr>
            <a:srgbClr xmlns:a="http://schemas.openxmlformats.org/drawingml/2006/main" val="F26B43"/>
          </p15:clr>
        </p15:guide>
      </p15:sldGuideLst>
    </p:ext>
  </p:extLst>
</p:sldMaster>
</file>

<file path=ppt/slideMasters/slideMaster14.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720" r:id="Ra8530b99e05d4d6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15.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722" r:id="R9b030feeb7254545"/>
    <p:sldLayoutId xmlns:r="http://schemas.openxmlformats.org/officeDocument/2006/relationships" id="2147483723" r:id="R619be8c34ae64524"/>
    <p:sldLayoutId xmlns:r="http://schemas.openxmlformats.org/officeDocument/2006/relationships" id="2147483724" r:id="Rfe4a2abff07f4a15"/>
    <p:sldLayoutId xmlns:r="http://schemas.openxmlformats.org/officeDocument/2006/relationships" id="2147483725" r:id="R366ecb17c147457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4.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5.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6.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7.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8.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9.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0.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4.xml><?xml version="1.0" encoding="utf-8"?>
<a:theme xmlns:a="http://schemas.openxmlformats.org/drawingml/2006/main" name="Archway">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Archway">
      <a:majorFont>
        <a:latin typeface="Felix Titling"/>
        <a:ea typeface=""/>
        <a:cs typeface=""/>
      </a:majorFont>
      <a:minorFont>
        <a:latin typeface="Goudy Old Style"/>
        <a:ea typeface=""/>
        <a:cs typeface=""/>
      </a:minorFont>
    </a:fontScheme>
    <a:fmtScheme name="Green">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203B34">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5.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16.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8.xml" Id="R0b8c2da6eee0409f" /><Relationship Type="http://schemas.openxmlformats.org/officeDocument/2006/relationships/notesSlide" Target="/ppt/notesSlides/notesSlide1.xml" Id="R119a9e905153438d" /></Relationships>
</file>

<file path=ppt/slides/slide1.xml><?xml version="1.0" encoding="utf-8"?>
<p:sld xmlns:p="http://schemas.openxmlformats.org/presentationml/2006/main">
  <p:cSld>
    <p:bg>
      <p:bgPr>
        <a:solidFill xmlns:a="http://schemas.openxmlformats.org/drawingml/2006/main">
          <a:srgbClr val="F0E8D9"/>
        </a:solidFill>
      </p:bgPr>
    </p:bg>
    <p:spTree>
      <p:nvGrpSpPr>
        <p:cNvPr id="1" name=""/>
        <p:cNvGrpSpPr/>
        <p:nvPr/>
      </p:nvGrpSpPr>
      <p:grpSpPr>
        <a:xfrm xmlns:a="http://schemas.openxmlformats.org/drawingml/2006/main"/>
      </p:grpSpPr>
      <p:sp>
        <p:nvSpPr>
          <p:cNvPr id="13" name="Google Shape;60;p10">
            <a:extLst xmlns:a="http://schemas.openxmlformats.org/drawingml/2006/main">
              <a:ext uri="{FF2B5EF4-FFF2-40B4-BE49-F238E27FC236}">
                <a16:creationId xmlns:a16="http://schemas.microsoft.com/office/drawing/2014/main" id="{20B27470-55F7-4856-A426-122ACA75D8A1}"/>
              </a:ext>
            </a:extLst>
          </p:cNvPr>
          <p:cNvSpPr>
            <a:spLocks xmlns:a="http://schemas.openxmlformats.org/drawingml/2006/main" noGrp="1"/>
          </p:cNvSpPr>
          <p:nvPr/>
        </p:nvSpPr>
        <p:spPr>
          <a:xfrm xmlns:a="http://schemas.openxmlformats.org/drawingml/2006/main">
            <a:off x="609600" y="390525"/>
            <a:ext cx="90487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050" b="1">
                <a:solidFill>
                  <a:srgbClr val="203B34"/>
                </a:solidFill>
                <a:latin typeface="Manrope"/>
                <a:ea typeface="Manrope"/>
                <a:cs typeface="Manrope"/>
              </a:rPr>
              <a:t>Q2 / ISSUE CHOICE</a:t>
            </a:r>
            <a:endParaRPr sz="1050" b="1">
              <a:solidFill>
                <a:srgbClr val="203B34"/>
              </a:solidFill>
              <a:latin typeface="Manrope"/>
              <a:ea typeface="Manrope"/>
              <a:cs typeface="Manrope"/>
            </a:endParaRPr>
          </a:p>
        </p:txBody>
      </p:sp>
      <p:sp>
        <p:nvSpPr>
          <p:cNvPr id="2" name="Google Shape;61;p10">
            <a:extLst xmlns:a="http://schemas.openxmlformats.org/drawingml/2006/main">
              <a:ext uri="{FF2B5EF4-FFF2-40B4-BE49-F238E27FC236}">
                <a16:creationId xmlns:a16="http://schemas.microsoft.com/office/drawing/2014/main" id="{58811C9E-00B0-47DD-ADAC-C6525C8173EC}"/>
              </a:ext>
            </a:extLst>
          </p:cNvPr>
          <p:cNvSpPr>
            <a:spLocks xmlns:a="http://schemas.openxmlformats.org/drawingml/2006/main" noGrp="1"/>
          </p:cNvSpPr>
          <p:nvPr/>
        </p:nvSpPr>
        <p:spPr>
          <a:xfrm xmlns:a="http://schemas.openxmlformats.org/drawingml/2006/main">
            <a:off x="10953750" y="390525"/>
            <a:ext cx="62865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02</a:t>
            </a:r>
            <a:endParaRPr sz="1000">
              <a:solidFill>
                <a:srgbClr val="52665B"/>
              </a:solidFill>
              <a:latin typeface="Manrope"/>
              <a:ea typeface="Manrope"/>
              <a:cs typeface="Manrope"/>
            </a:endParaRPr>
          </a:p>
        </p:txBody>
      </p:sp>
      <p:sp>
        <p:nvSpPr>
          <p:cNvPr id="3" name="Google Shape;62;p10">
            <a:extLst xmlns:a="http://schemas.openxmlformats.org/drawingml/2006/main">
              <a:ext uri="{FF2B5EF4-FFF2-40B4-BE49-F238E27FC236}">
                <a16:creationId xmlns:a16="http://schemas.microsoft.com/office/drawing/2014/main" id="{5C18B16A-C7D2-46B1-A891-69D2C4298DF7}"/>
              </a:ext>
            </a:extLst>
          </p:cNvPr>
          <p:cNvSpPr>
            <a:spLocks xmlns:a="http://schemas.openxmlformats.org/drawingml/2006/main" noGrp="1"/>
          </p:cNvSpPr>
          <p:nvPr>
            <p:ph type="title" idx="0"/>
          </p:nvPr>
        </p:nvSpPr>
        <p:spPr>
          <a:xfrm xmlns:a="http://schemas.openxmlformats.org/drawingml/2006/main">
            <a:off x="609600" y="825500"/>
            <a:ext cx="10972800" cy="101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200" b="1">
                <a:solidFill>
                  <a:srgbClr val="203B34"/>
                </a:solidFill>
                <a:latin typeface="Manrope"/>
                <a:ea typeface="Manrope"/>
                <a:cs typeface="Manrope"/>
              </a:rPr>
              <a:t>Why these issues?</a:t>
            </a:r>
            <a:endParaRPr sz="3200" b="1">
              <a:solidFill>
                <a:srgbClr val="203B34"/>
              </a:solidFill>
              <a:latin typeface="Manrope"/>
              <a:ea typeface="Manrope"/>
              <a:cs typeface="Manrope"/>
            </a:endParaRPr>
          </a:p>
        </p:txBody>
      </p:sp>
      <p:sp>
        <p:nvSpPr>
          <p:cNvPr id="4" name="Google Shape;63;p10">
            <a:extLst xmlns:a="http://schemas.openxmlformats.org/drawingml/2006/main">
              <a:ext uri="{FF2B5EF4-FFF2-40B4-BE49-F238E27FC236}">
                <a16:creationId xmlns:a16="http://schemas.microsoft.com/office/drawing/2014/main" id="{888EB4C8-442B-4B0B-9255-93BCD41AC3D4}"/>
              </a:ext>
            </a:extLst>
          </p:cNvPr>
          <p:cNvSpPr>
            <a:spLocks xmlns:a="http://schemas.openxmlformats.org/drawingml/2006/main" noGrp="1"/>
          </p:cNvSpPr>
          <p:nvPr/>
        </p:nvSpPr>
        <p:spPr>
          <a:xfrm xmlns:a="http://schemas.openxmlformats.org/drawingml/2006/main">
            <a:off x="5238750" y="6486525"/>
            <a:ext cx="63436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000">
                <a:solidFill>
                  <a:srgbClr val="52665B"/>
                </a:solidFill>
                <a:latin typeface="Manrope"/>
                <a:ea typeface="Manrope"/>
                <a:cs typeface="Manrope"/>
              </a:rPr>
              <a:t>Kyubin Park / @u8026876</a:t>
            </a:r>
            <a:endParaRPr sz="1000">
              <a:solidFill>
                <a:srgbClr val="52665B"/>
              </a:solidFill>
              <a:latin typeface="Manrope"/>
              <a:ea typeface="Manrope"/>
              <a:cs typeface="Manrope"/>
            </a:endParaRPr>
          </a:p>
        </p:txBody>
      </p:sp>
      <p:sp>
        <p:nvSpPr>
          <p:cNvPr id="5" name="Google Shape;64;p10">
            <a:extLst xmlns:a="http://schemas.openxmlformats.org/drawingml/2006/main">
              <a:ext uri="{FF2B5EF4-FFF2-40B4-BE49-F238E27FC236}">
                <a16:creationId xmlns:a16="http://schemas.microsoft.com/office/drawing/2014/main" id="{5C47F4AB-3F4B-4646-8ED8-4DD3DBE48140}"/>
              </a:ext>
            </a:extLst>
          </p:cNvPr>
          <p:cNvSpPr>
            <a:spLocks xmlns:a="http://schemas.openxmlformats.org/drawingml/2006/main" noGrp="1"/>
          </p:cNvSpPr>
          <p:nvPr/>
        </p:nvSpPr>
        <p:spPr>
          <a:xfrm xmlns:a="http://schemas.openxmlformats.org/drawingml/2006/main">
            <a:off x="609600" y="2032000"/>
            <a:ext cx="35307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A14F37"/>
                </a:solidFill>
                <a:latin typeface="Manrope"/>
                <a:ea typeface="Manrope"/>
                <a:cs typeface="Manrope"/>
              </a:rPr>
              <a:t>Kyubin</a:t>
            </a:r>
            <a:endParaRPr sz="1600" b="1">
              <a:solidFill>
                <a:srgbClr val="A14F37"/>
              </a:solidFill>
              <a:latin typeface="Manrope"/>
              <a:ea typeface="Manrope"/>
              <a:cs typeface="Manrope"/>
            </a:endParaRPr>
          </a:p>
          <a:p xmlns:a="http://schemas.openxmlformats.org/drawingml/2006/main">
            <a:pPr marL="0" marR="0" lvl="0" indent="0" algn="l">
              <a:spcBef>
                <a:spcPts val="0"/>
              </a:spcBef>
              <a:spcAft>
                <a:spcPts val="0"/>
              </a:spcAft>
              <a:buNone/>
            </a:pPr>
            <a:r>
              <a:rPr sz="1600" b="1">
                <a:solidFill>
                  <a:srgbClr val="A14F37"/>
                </a:solidFill>
                <a:latin typeface="Manrope"/>
                <a:ea typeface="Manrope"/>
                <a:cs typeface="Manrope"/>
              </a:rPr>
              <a:t>TIKA-4431</a:t>
            </a:r>
            <a:endParaRPr sz="1600" b="1">
              <a:solidFill>
                <a:srgbClr val="A14F37"/>
              </a:solidFill>
              <a:latin typeface="Manrope"/>
              <a:ea typeface="Manrope"/>
              <a:cs typeface="Manrope"/>
            </a:endParaRPr>
          </a:p>
        </p:txBody>
      </p:sp>
      <p:sp>
        <p:nvSpPr>
          <p:cNvPr id="6" name="Google Shape;65;p10">
            <a:extLst xmlns:a="http://schemas.openxmlformats.org/drawingml/2006/main">
              <a:ext uri="{FF2B5EF4-FFF2-40B4-BE49-F238E27FC236}">
                <a16:creationId xmlns:a16="http://schemas.microsoft.com/office/drawing/2014/main" id="{8FEAF8E7-18E9-4636-AE68-D6C6BD9C0A51}"/>
              </a:ext>
            </a:extLst>
          </p:cNvPr>
          <p:cNvSpPr>
            <a:spLocks xmlns:a="http://schemas.openxmlformats.org/drawingml/2006/main" noGrp="1"/>
          </p:cNvSpPr>
          <p:nvPr/>
        </p:nvSpPr>
        <p:spPr>
          <a:xfrm xmlns:a="http://schemas.openxmlformats.org/drawingml/2006/main">
            <a:off x="4572000" y="20066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A filename alone reproduced the bug.</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Focused fix with URL compatibility checks.</a:t>
            </a:r>
            <a:endParaRPr sz="2000">
              <a:solidFill>
                <a:srgbClr val="203B34"/>
              </a:solidFill>
              <a:latin typeface="Manrope"/>
              <a:ea typeface="Manrope"/>
              <a:cs typeface="Manrope"/>
            </a:endParaRPr>
          </a:p>
        </p:txBody>
      </p:sp>
      <p:sp>
        <p:nvSpPr>
          <p:cNvPr id="7" name="Google Shape;66;p10">
            <a:extLst xmlns:a="http://schemas.openxmlformats.org/drawingml/2006/main">
              <a:ext uri="{FF2B5EF4-FFF2-40B4-BE49-F238E27FC236}">
                <a16:creationId xmlns:a16="http://schemas.microsoft.com/office/drawing/2014/main" id="{4CFE24FD-A062-48CA-8E20-5AA3ED9B9D44}"/>
              </a:ext>
            </a:extLst>
          </p:cNvPr>
          <p:cNvSpPr>
            <a:spLocks xmlns:a="http://schemas.openxmlformats.org/drawingml/2006/main" noGrp="1"/>
          </p:cNvSpPr>
          <p:nvPr/>
        </p:nvSpPr>
        <p:spPr>
          <a:xfrm xmlns:a="http://schemas.openxmlformats.org/drawingml/2006/main">
            <a:off x="609600" y="3073400"/>
            <a:ext cx="35307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Jiajun</a:t>
            </a:r>
            <a:endParaRPr sz="1600" b="1">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TIKA-4408</a:t>
            </a:r>
            <a:endParaRPr sz="1600" b="1">
              <a:solidFill>
                <a:srgbClr val="203B34"/>
              </a:solidFill>
              <a:latin typeface="Manrope"/>
              <a:ea typeface="Manrope"/>
              <a:cs typeface="Manrope"/>
            </a:endParaRPr>
          </a:p>
        </p:txBody>
      </p:sp>
      <p:sp>
        <p:nvSpPr>
          <p:cNvPr id="8" name="Google Shape;67;p10">
            <a:extLst xmlns:a="http://schemas.openxmlformats.org/drawingml/2006/main">
              <a:ext uri="{FF2B5EF4-FFF2-40B4-BE49-F238E27FC236}">
                <a16:creationId xmlns:a16="http://schemas.microsoft.com/office/drawing/2014/main" id="{207E738A-B214-4E10-8E0D-732AC4CC2283}"/>
              </a:ext>
            </a:extLst>
          </p:cNvPr>
          <p:cNvSpPr>
            <a:spLocks xmlns:a="http://schemas.openxmlformats.org/drawingml/2006/main" noGrp="1"/>
          </p:cNvSpPr>
          <p:nvPr/>
        </p:nvSpPr>
        <p:spPr>
          <a:xfrm xmlns:a="http://schemas.openxmlformats.org/drawingml/2006/main">
            <a:off x="4572000" y="30480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Small Python inputs exposed a rule mismatch.</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A focused change with Python and Shell tests.</a:t>
            </a:r>
            <a:endParaRPr sz="2000">
              <a:solidFill>
                <a:srgbClr val="203B34"/>
              </a:solidFill>
              <a:latin typeface="Manrope"/>
              <a:ea typeface="Manrope"/>
              <a:cs typeface="Manrope"/>
            </a:endParaRPr>
          </a:p>
        </p:txBody>
      </p:sp>
      <p:sp>
        <p:nvSpPr>
          <p:cNvPr id="9" name="Google Shape;68;p10">
            <a:extLst xmlns:a="http://schemas.openxmlformats.org/drawingml/2006/main">
              <a:ext uri="{FF2B5EF4-FFF2-40B4-BE49-F238E27FC236}">
                <a16:creationId xmlns:a16="http://schemas.microsoft.com/office/drawing/2014/main" id="{02B3D520-F8DD-4BFD-8CA6-0B1D0A3E1C8E}"/>
              </a:ext>
            </a:extLst>
          </p:cNvPr>
          <p:cNvSpPr>
            <a:spLocks xmlns:a="http://schemas.openxmlformats.org/drawingml/2006/main" noGrp="1"/>
          </p:cNvSpPr>
          <p:nvPr/>
        </p:nvSpPr>
        <p:spPr>
          <a:xfrm xmlns:a="http://schemas.openxmlformats.org/drawingml/2006/main">
            <a:off x="609600" y="4114800"/>
            <a:ext cx="35307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Vivek</a:t>
            </a:r>
            <a:endParaRPr sz="1600" b="1">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TIKA-4694</a:t>
            </a:r>
            <a:endParaRPr sz="1600" b="1">
              <a:solidFill>
                <a:srgbClr val="203B34"/>
              </a:solidFill>
              <a:latin typeface="Manrope"/>
              <a:ea typeface="Manrope"/>
              <a:cs typeface="Manrope"/>
            </a:endParaRPr>
          </a:p>
        </p:txBody>
      </p:sp>
      <p:sp>
        <p:nvSpPr>
          <p:cNvPr id="10" name="Google Shape;69;p10">
            <a:extLst xmlns:a="http://schemas.openxmlformats.org/drawingml/2006/main">
              <a:ext uri="{FF2B5EF4-FFF2-40B4-BE49-F238E27FC236}">
                <a16:creationId xmlns:a16="http://schemas.microsoft.com/office/drawing/2014/main" id="{21037401-D469-4BCC-82FA-33AF0FB80825}"/>
              </a:ext>
            </a:extLst>
          </p:cNvPr>
          <p:cNvSpPr>
            <a:spLocks xmlns:a="http://schemas.openxmlformats.org/drawingml/2006/main" noGrp="1"/>
          </p:cNvSpPr>
          <p:nvPr/>
        </p:nvSpPr>
        <p:spPr>
          <a:xfrm xmlns:a="http://schemas.openxmlformats.org/drawingml/2006/main">
            <a:off x="4572000" y="40894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A focused bug in missing Word metadata.</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Existing APIs and a document test fixture.</a:t>
            </a:r>
            <a:endParaRPr sz="2000">
              <a:solidFill>
                <a:srgbClr val="203B34"/>
              </a:solidFill>
              <a:latin typeface="Manrope"/>
              <a:ea typeface="Manrope"/>
              <a:cs typeface="Manrope"/>
            </a:endParaRPr>
          </a:p>
        </p:txBody>
      </p:sp>
      <p:sp>
        <p:nvSpPr>
          <p:cNvPr id="11" name="Google Shape;70;p10">
            <a:extLst xmlns:a="http://schemas.openxmlformats.org/drawingml/2006/main">
              <a:ext uri="{FF2B5EF4-FFF2-40B4-BE49-F238E27FC236}">
                <a16:creationId xmlns:a16="http://schemas.microsoft.com/office/drawing/2014/main" id="{DD36E3F5-1DC3-43A9-9487-666E64A19FC4}"/>
              </a:ext>
            </a:extLst>
          </p:cNvPr>
          <p:cNvSpPr>
            <a:spLocks xmlns:a="http://schemas.openxmlformats.org/drawingml/2006/main" noGrp="1"/>
          </p:cNvSpPr>
          <p:nvPr/>
        </p:nvSpPr>
        <p:spPr>
          <a:xfrm xmlns:a="http://schemas.openxmlformats.org/drawingml/2006/main">
            <a:off x="609600" y="5156200"/>
            <a:ext cx="35307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Terry</a:t>
            </a:r>
            <a:endParaRPr sz="1600" b="1">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1600" b="1">
                <a:solidFill>
                  <a:srgbClr val="203B34"/>
                </a:solidFill>
                <a:latin typeface="Manrope"/>
                <a:ea typeface="Manrope"/>
                <a:cs typeface="Manrope"/>
              </a:rPr>
              <a:t>TIKA-4083</a:t>
            </a:r>
            <a:endParaRPr sz="1600" b="1">
              <a:solidFill>
                <a:srgbClr val="203B34"/>
              </a:solidFill>
              <a:latin typeface="Manrope"/>
              <a:ea typeface="Manrope"/>
              <a:cs typeface="Manrope"/>
            </a:endParaRPr>
          </a:p>
        </p:txBody>
      </p:sp>
      <p:sp>
        <p:nvSpPr>
          <p:cNvPr id="12" name="Google Shape;71;p10">
            <a:extLst xmlns:a="http://schemas.openxmlformats.org/drawingml/2006/main">
              <a:ext uri="{FF2B5EF4-FFF2-40B4-BE49-F238E27FC236}">
                <a16:creationId xmlns:a16="http://schemas.microsoft.com/office/drawing/2014/main" id="{9290E4FF-F3EE-4F57-97AF-32A9924FECEC}"/>
              </a:ext>
            </a:extLst>
          </p:cNvPr>
          <p:cNvSpPr>
            <a:spLocks xmlns:a="http://schemas.openxmlformats.org/drawingml/2006/main" noGrp="1"/>
          </p:cNvSpPr>
          <p:nvPr/>
        </p:nvSpPr>
        <p:spPr>
          <a:xfrm xmlns:a="http://schemas.openxmlformats.org/drawingml/2006/main">
            <a:off x="4572000" y="5130800"/>
            <a:ext cx="701040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Known signature and supplied sample files.</a:t>
            </a:r>
            <a:endParaRPr sz="2000">
              <a:solidFill>
                <a:srgbClr val="203B34"/>
              </a:solidFill>
              <a:latin typeface="Manrope"/>
              <a:ea typeface="Manrope"/>
              <a:cs typeface="Manrope"/>
            </a:endParaRPr>
          </a:p>
          <a:p xmlns:a="http://schemas.openxmlformats.org/drawingml/2006/main">
            <a:pPr marL="0" marR="0" lvl="0" indent="0" algn="l">
              <a:spcBef>
                <a:spcPts val="0"/>
              </a:spcBef>
              <a:spcAft>
                <a:spcPts val="0"/>
              </a:spcAft>
              <a:buNone/>
            </a:pPr>
            <a:r>
              <a:rPr sz="2000">
                <a:solidFill>
                  <a:srgbClr val="203B34"/>
                </a:solidFill>
                <a:latin typeface="Manrope"/>
                <a:ea typeface="Manrope"/>
                <a:cs typeface="Manrope"/>
              </a:rPr>
              <a:t>A clear starting point for investigation.</a:t>
            </a:r>
            <a:endParaRPr sz="2000">
              <a:solidFill>
                <a:srgbClr val="203B34"/>
              </a:solidFill>
              <a:latin typeface="Manrope"/>
              <a:ea typeface="Manrope"/>
              <a:cs typeface="Manrope"/>
            </a:endParaRPr>
          </a:p>
        </p:txBody>
      </p:sp>
    </p:spTree>
    <p:extLst>
      <p:ext uri="{BB962C8B-B14F-4D97-AF65-F5344CB8AC3E}">
        <p14:creationId xmlns:p14="http://schemas.microsoft.com/office/powerpoint/2010/main" val="1548229031"/>
      </p:ext>
    </p:extLst>
  </p:cSld>
</p:sld>
</file>

<file path=ppt/theme/theme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2026-10-25T00:45:56.3610000Z</dcterms:created>
  <dcterms:modified xsi:type="dcterms:W3CDTF">2026-10-25T00:45:56.3620000Z</dcterms:modified>
</coreProperties>
</file>